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67" r:id="rId12"/>
    <p:sldId id="268" r:id="rId13"/>
    <p:sldId id="278" r:id="rId14"/>
    <p:sldId id="276" r:id="rId15"/>
    <p:sldId id="28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329C7C-F826-5B26-1590-A4E036BBD147}" v="61" dt="2026-03-23T21:02:44.291"/>
    <p1510:client id="{2A1DB16B-CCA5-BF2C-E039-8F463572027F}" v="302" dt="2026-03-22T10:47:44.744"/>
    <p1510:client id="{3B501D70-7E05-41FE-8C38-014C4ECC7109}" v="27" dt="2026-03-22T22:00:58.038"/>
    <p1510:client id="{75A260BB-8CE7-4657-846C-AF954AD1281B}" v="3" dt="2026-03-23T11:01:35.458"/>
    <p1510:client id="{991CFC55-C4FB-4E7E-83BF-CD6A5F0F371A}" v="67" dt="2026-03-22T21:45:12.888"/>
    <p1510:client id="{B9108E70-09B5-9E73-AD0E-3FFF238F1F6B}" v="930" dt="2026-03-23T20:32:29.724"/>
    <p1510:client id="{F2946C31-FF7E-4CD1-A022-4DDC365FA8B6}" v="4" dt="2026-03-22T22:04:56.014"/>
    <p1510:client id="{FB61CFCE-F8C4-92E8-42ED-EBE4CE390187}" v="863" dt="2026-03-23T17:32:31.1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19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200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2.svg"/><Relationship Id="rId1" Type="http://schemas.openxmlformats.org/officeDocument/2006/relationships/image" Target="../media/image14.svg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image" Target="../media/image18.svg"/><Relationship Id="rId6" Type="http://schemas.openxmlformats.org/officeDocument/2006/relationships/image" Target="../media/image23.svg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diagrams/_rels/data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svg"/><Relationship Id="rId1" Type="http://schemas.openxmlformats.org/officeDocument/2006/relationships/image" Target="../media/image17.svg"/></Relationships>
</file>

<file path=ppt/diagrams/_rels/data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25.svg"/><Relationship Id="rId1" Type="http://schemas.openxmlformats.org/officeDocument/2006/relationships/image" Target="../media/image2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2.svg"/><Relationship Id="rId1" Type="http://schemas.openxmlformats.org/officeDocument/2006/relationships/image" Target="../media/image14.svg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image" Target="../media/image18.svg"/><Relationship Id="rId6" Type="http://schemas.openxmlformats.org/officeDocument/2006/relationships/image" Target="../media/image23.svg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diagrams/_rels/drawing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svg"/><Relationship Id="rId1" Type="http://schemas.openxmlformats.org/officeDocument/2006/relationships/image" Target="../media/image17.svg"/></Relationships>
</file>

<file path=ppt/diagrams/_rels/drawing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25.svg"/><Relationship Id="rId1" Type="http://schemas.openxmlformats.org/officeDocument/2006/relationships/image" Target="../media/image2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BB01DE-A0D3-49E0-8681-9A219903EC51}" type="doc">
      <dgm:prSet loTypeId="urn:microsoft.com/office/officeart/2018/2/layout/IconVerticalSolidList" loCatId="icon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2EFCFD11-A470-470D-BB28-34B7940D5F7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A fully voice-driven number guessing game</a:t>
          </a:r>
        </a:p>
      </dgm:t>
    </dgm:pt>
    <dgm:pt modelId="{BCB41098-B044-4610-BD99-D6D9FDC31F98}" type="parTrans" cxnId="{9837C421-A390-4D30-85A6-C3F055745A57}">
      <dgm:prSet/>
      <dgm:spPr/>
      <dgm:t>
        <a:bodyPr/>
        <a:lstStyle/>
        <a:p>
          <a:endParaRPr lang="en-US"/>
        </a:p>
      </dgm:t>
    </dgm:pt>
    <dgm:pt modelId="{AA054FDB-9FB5-454A-B758-1731F82612CE}" type="sibTrans" cxnId="{9837C421-A390-4D30-85A6-C3F055745A57}">
      <dgm:prSet/>
      <dgm:spPr/>
      <dgm:t>
        <a:bodyPr/>
        <a:lstStyle/>
        <a:p>
          <a:endParaRPr lang="en-US"/>
        </a:p>
      </dgm:t>
    </dgm:pt>
    <dgm:pt modelId="{CDF1D9B8-CC36-492C-8C77-4EEDFF301A2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No typing — everything happens through speech</a:t>
          </a:r>
        </a:p>
      </dgm:t>
    </dgm:pt>
    <dgm:pt modelId="{27581195-44A4-42A1-A836-EE2C3F1919A7}" type="parTrans" cxnId="{BCAE39F0-E0AF-4DB8-80AD-1E60D2587842}">
      <dgm:prSet/>
      <dgm:spPr/>
      <dgm:t>
        <a:bodyPr/>
        <a:lstStyle/>
        <a:p>
          <a:endParaRPr lang="en-US"/>
        </a:p>
      </dgm:t>
    </dgm:pt>
    <dgm:pt modelId="{BFF67790-AE8D-4A69-8BF5-712CA24E6159}" type="sibTrans" cxnId="{BCAE39F0-E0AF-4DB8-80AD-1E60D2587842}">
      <dgm:prSet/>
      <dgm:spPr/>
      <dgm:t>
        <a:bodyPr/>
        <a:lstStyle/>
        <a:p>
          <a:endParaRPr lang="en-US"/>
        </a:p>
      </dgm:t>
    </dgm:pt>
    <dgm:pt modelId="{68457127-A26C-44F3-9CFE-DEEE46873E4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System picks a secret number</a:t>
          </a:r>
        </a:p>
      </dgm:t>
    </dgm:pt>
    <dgm:pt modelId="{1EE9173A-A812-413C-A9B7-BA55A318910A}" type="parTrans" cxnId="{E804009E-E0C4-40CA-BC01-ADE4B1CBB4F7}">
      <dgm:prSet/>
      <dgm:spPr/>
      <dgm:t>
        <a:bodyPr/>
        <a:lstStyle/>
        <a:p>
          <a:endParaRPr lang="en-US"/>
        </a:p>
      </dgm:t>
    </dgm:pt>
    <dgm:pt modelId="{DCF6682B-455D-42C8-9AA7-53B58390E683}" type="sibTrans" cxnId="{E804009E-E0C4-40CA-BC01-ADE4B1CBB4F7}">
      <dgm:prSet/>
      <dgm:spPr/>
      <dgm:t>
        <a:bodyPr/>
        <a:lstStyle/>
        <a:p>
          <a:endParaRPr lang="en-US"/>
        </a:p>
      </dgm:t>
    </dgm:pt>
    <dgm:pt modelId="{6E6E37E4-2764-4295-9E2A-6FB43F8838A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Player guesses by speaking</a:t>
          </a:r>
        </a:p>
      </dgm:t>
    </dgm:pt>
    <dgm:pt modelId="{42FC002E-6913-4215-BE5E-40D85AF624D6}" type="parTrans" cxnId="{F4920347-8875-4256-9F45-BEA0600A7912}">
      <dgm:prSet/>
      <dgm:spPr/>
      <dgm:t>
        <a:bodyPr/>
        <a:lstStyle/>
        <a:p>
          <a:endParaRPr lang="en-US"/>
        </a:p>
      </dgm:t>
    </dgm:pt>
    <dgm:pt modelId="{9EDB107B-355D-4627-B69D-3FFDD036A3A7}" type="sibTrans" cxnId="{F4920347-8875-4256-9F45-BEA0600A7912}">
      <dgm:prSet/>
      <dgm:spPr/>
      <dgm:t>
        <a:bodyPr/>
        <a:lstStyle/>
        <a:p>
          <a:endParaRPr lang="en-US"/>
        </a:p>
      </dgm:t>
    </dgm:pt>
    <dgm:pt modelId="{FB95765A-3331-4B70-A7A8-8C5184B7BFE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System responds with spoken feedback after each guess</a:t>
          </a:r>
        </a:p>
      </dgm:t>
    </dgm:pt>
    <dgm:pt modelId="{7957EE00-00D2-4398-9791-C5A30F8B1519}" type="parTrans" cxnId="{4BA4776A-F3E7-4062-BA0A-5555F0AA6EE9}">
      <dgm:prSet/>
      <dgm:spPr/>
      <dgm:t>
        <a:bodyPr/>
        <a:lstStyle/>
        <a:p>
          <a:endParaRPr lang="en-US"/>
        </a:p>
      </dgm:t>
    </dgm:pt>
    <dgm:pt modelId="{6F9A768C-29FE-4935-8850-78BCFB891DF9}" type="sibTrans" cxnId="{4BA4776A-F3E7-4062-BA0A-5555F0AA6EE9}">
      <dgm:prSet/>
      <dgm:spPr/>
      <dgm:t>
        <a:bodyPr/>
        <a:lstStyle/>
        <a:p>
          <a:endParaRPr lang="en-US"/>
        </a:p>
      </dgm:t>
    </dgm:pt>
    <dgm:pt modelId="{782AF624-1FF8-4A5E-8067-F66C608AA06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Player can ask for hints by speaking naturally</a:t>
          </a:r>
        </a:p>
      </dgm:t>
    </dgm:pt>
    <dgm:pt modelId="{553DB11C-7465-4B77-A84E-AC80514840FF}" type="parTrans" cxnId="{611621E0-C052-45BC-8C7A-0303C2040784}">
      <dgm:prSet/>
      <dgm:spPr/>
      <dgm:t>
        <a:bodyPr/>
        <a:lstStyle/>
        <a:p>
          <a:endParaRPr lang="en-US"/>
        </a:p>
      </dgm:t>
    </dgm:pt>
    <dgm:pt modelId="{17F561B3-B82E-41CC-9A79-5CE1DCEB4281}" type="sibTrans" cxnId="{611621E0-C052-45BC-8C7A-0303C2040784}">
      <dgm:prSet/>
      <dgm:spPr/>
      <dgm:t>
        <a:bodyPr/>
        <a:lstStyle/>
        <a:p>
          <a:endParaRPr lang="en-US"/>
        </a:p>
      </dgm:t>
    </dgm:pt>
    <dgm:pt modelId="{FF4D409D-9EB8-4788-AB00-87747A0DFFF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Game ends with win, loss or timeout</a:t>
          </a:r>
        </a:p>
      </dgm:t>
    </dgm:pt>
    <dgm:pt modelId="{CE95EBB6-A2FE-4027-BB54-521F3B0DDCD0}" type="parTrans" cxnId="{2952269F-6BFB-4150-9DDF-7E36CD9103D2}">
      <dgm:prSet/>
      <dgm:spPr/>
      <dgm:t>
        <a:bodyPr/>
        <a:lstStyle/>
        <a:p>
          <a:endParaRPr lang="en-US"/>
        </a:p>
      </dgm:t>
    </dgm:pt>
    <dgm:pt modelId="{251D343E-1752-4DBD-8886-1CADEADD7022}" type="sibTrans" cxnId="{2952269F-6BFB-4150-9DDF-7E36CD9103D2}">
      <dgm:prSet/>
      <dgm:spPr/>
      <dgm:t>
        <a:bodyPr/>
        <a:lstStyle/>
        <a:p>
          <a:endParaRPr lang="en-US"/>
        </a:p>
      </dgm:t>
    </dgm:pt>
    <dgm:pt modelId="{E0D22B1C-A7CE-4192-B107-5438A80A885D}" type="pres">
      <dgm:prSet presAssocID="{A8BB01DE-A0D3-49E0-8681-9A219903EC51}" presName="root" presStyleCnt="0">
        <dgm:presLayoutVars>
          <dgm:dir/>
          <dgm:resizeHandles val="exact"/>
        </dgm:presLayoutVars>
      </dgm:prSet>
      <dgm:spPr/>
    </dgm:pt>
    <dgm:pt modelId="{5EA71BED-0413-4AC2-85F6-D54C26F7F118}" type="pres">
      <dgm:prSet presAssocID="{2EFCFD11-A470-470D-BB28-34B7940D5F71}" presName="compNode" presStyleCnt="0"/>
      <dgm:spPr/>
    </dgm:pt>
    <dgm:pt modelId="{E2B888B1-1CCE-4802-B725-A6156A059EDA}" type="pres">
      <dgm:prSet presAssocID="{2EFCFD11-A470-470D-BB28-34B7940D5F71}" presName="bgRect" presStyleLbl="bgShp" presStyleIdx="0" presStyleCnt="7"/>
      <dgm:spPr/>
    </dgm:pt>
    <dgm:pt modelId="{1679BFF2-DD0E-44BF-ACB0-B1CF3116BAAC}" type="pres">
      <dgm:prSet presAssocID="{2EFCFD11-A470-470D-BB28-34B7940D5F71}" presName="iconRect" presStyleLbl="node1" presStyleIdx="0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at Bubble"/>
        </a:ext>
      </dgm:extLst>
    </dgm:pt>
    <dgm:pt modelId="{F58EACC0-DC34-4AEC-8CAE-77399D0A89D0}" type="pres">
      <dgm:prSet presAssocID="{2EFCFD11-A470-470D-BB28-34B7940D5F71}" presName="spaceRect" presStyleCnt="0"/>
      <dgm:spPr/>
    </dgm:pt>
    <dgm:pt modelId="{FD14AC20-AC4A-4DD2-AA12-94102C421E09}" type="pres">
      <dgm:prSet presAssocID="{2EFCFD11-A470-470D-BB28-34B7940D5F71}" presName="parTx" presStyleLbl="revTx" presStyleIdx="0" presStyleCnt="7">
        <dgm:presLayoutVars>
          <dgm:chMax val="0"/>
          <dgm:chPref val="0"/>
        </dgm:presLayoutVars>
      </dgm:prSet>
      <dgm:spPr/>
    </dgm:pt>
    <dgm:pt modelId="{82E4C9DD-8F30-4B2B-B836-A5E1DEC4B760}" type="pres">
      <dgm:prSet presAssocID="{AA054FDB-9FB5-454A-B758-1731F82612CE}" presName="sibTrans" presStyleCnt="0"/>
      <dgm:spPr/>
    </dgm:pt>
    <dgm:pt modelId="{84923EF8-66CF-49BF-8C1C-7869BF499DD0}" type="pres">
      <dgm:prSet presAssocID="{CDF1D9B8-CC36-492C-8C77-4EEDFF301A2B}" presName="compNode" presStyleCnt="0"/>
      <dgm:spPr/>
    </dgm:pt>
    <dgm:pt modelId="{A3B6445F-042B-4F7A-A6CB-6B26BA72B2F9}" type="pres">
      <dgm:prSet presAssocID="{CDF1D9B8-CC36-492C-8C77-4EEDFF301A2B}" presName="bgRect" presStyleLbl="bgShp" presStyleIdx="1" presStyleCnt="7"/>
      <dgm:spPr/>
    </dgm:pt>
    <dgm:pt modelId="{EE378E84-2FD3-4050-B67E-395E56BFA54B}" type="pres">
      <dgm:prSet presAssocID="{CDF1D9B8-CC36-492C-8C77-4EEDFF301A2B}" presName="iconRect" presStyleLbl="node1" presStyleIdx="1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C4EBCA84-79B0-4174-BBE1-4FAE8EE4D80C}" type="pres">
      <dgm:prSet presAssocID="{CDF1D9B8-CC36-492C-8C77-4EEDFF301A2B}" presName="spaceRect" presStyleCnt="0"/>
      <dgm:spPr/>
    </dgm:pt>
    <dgm:pt modelId="{A01C68F8-CEFC-401D-90F4-D4F6145FC46A}" type="pres">
      <dgm:prSet presAssocID="{CDF1D9B8-CC36-492C-8C77-4EEDFF301A2B}" presName="parTx" presStyleLbl="revTx" presStyleIdx="1" presStyleCnt="7">
        <dgm:presLayoutVars>
          <dgm:chMax val="0"/>
          <dgm:chPref val="0"/>
        </dgm:presLayoutVars>
      </dgm:prSet>
      <dgm:spPr/>
    </dgm:pt>
    <dgm:pt modelId="{D0AFA271-A35F-4BFE-A283-A9E6AFB05955}" type="pres">
      <dgm:prSet presAssocID="{BFF67790-AE8D-4A69-8BF5-712CA24E6159}" presName="sibTrans" presStyleCnt="0"/>
      <dgm:spPr/>
    </dgm:pt>
    <dgm:pt modelId="{24CA079E-C3FB-4A05-BA1D-9CEF4165FE97}" type="pres">
      <dgm:prSet presAssocID="{68457127-A26C-44F3-9CFE-DEEE46873E4F}" presName="compNode" presStyleCnt="0"/>
      <dgm:spPr/>
    </dgm:pt>
    <dgm:pt modelId="{C083982D-C46D-41B3-B7EC-001D29370B26}" type="pres">
      <dgm:prSet presAssocID="{68457127-A26C-44F3-9CFE-DEEE46873E4F}" presName="bgRect" presStyleLbl="bgShp" presStyleIdx="2" presStyleCnt="7"/>
      <dgm:spPr/>
    </dgm:pt>
    <dgm:pt modelId="{3F718A3B-78A2-4464-92B0-952C68A63B4A}" type="pres">
      <dgm:prSet presAssocID="{68457127-A26C-44F3-9CFE-DEEE46873E4F}" presName="iconRect" presStyleLbl="node1" presStyleIdx="2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ber"/>
        </a:ext>
      </dgm:extLst>
    </dgm:pt>
    <dgm:pt modelId="{08A74D06-272B-4056-947E-69ABEAB7D7E8}" type="pres">
      <dgm:prSet presAssocID="{68457127-A26C-44F3-9CFE-DEEE46873E4F}" presName="spaceRect" presStyleCnt="0"/>
      <dgm:spPr/>
    </dgm:pt>
    <dgm:pt modelId="{A26D2FE7-40E3-4AB3-B18F-6D9368F9CE19}" type="pres">
      <dgm:prSet presAssocID="{68457127-A26C-44F3-9CFE-DEEE46873E4F}" presName="parTx" presStyleLbl="revTx" presStyleIdx="2" presStyleCnt="7">
        <dgm:presLayoutVars>
          <dgm:chMax val="0"/>
          <dgm:chPref val="0"/>
        </dgm:presLayoutVars>
      </dgm:prSet>
      <dgm:spPr/>
    </dgm:pt>
    <dgm:pt modelId="{861A9F8B-82C2-483B-8A82-864C08CC7CD7}" type="pres">
      <dgm:prSet presAssocID="{DCF6682B-455D-42C8-9AA7-53B58390E683}" presName="sibTrans" presStyleCnt="0"/>
      <dgm:spPr/>
    </dgm:pt>
    <dgm:pt modelId="{7C09C853-02DB-4F89-82DB-EAC215625536}" type="pres">
      <dgm:prSet presAssocID="{6E6E37E4-2764-4295-9E2A-6FB43F8838A4}" presName="compNode" presStyleCnt="0"/>
      <dgm:spPr/>
    </dgm:pt>
    <dgm:pt modelId="{15467F40-B693-4C32-9F03-079EDECA4141}" type="pres">
      <dgm:prSet presAssocID="{6E6E37E4-2764-4295-9E2A-6FB43F8838A4}" presName="bgRect" presStyleLbl="bgShp" presStyleIdx="3" presStyleCnt="7"/>
      <dgm:spPr/>
    </dgm:pt>
    <dgm:pt modelId="{905F82DD-4ED3-4299-AEB1-6D53DAE859A0}" type="pres">
      <dgm:prSet presAssocID="{6E6E37E4-2764-4295-9E2A-6FB43F8838A4}" presName="iconRect" presStyleLbl="node1" presStyleIdx="3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adio microphone"/>
        </a:ext>
      </dgm:extLst>
    </dgm:pt>
    <dgm:pt modelId="{5E0FB177-75A1-4BE2-A1B0-BEA6BEF4B251}" type="pres">
      <dgm:prSet presAssocID="{6E6E37E4-2764-4295-9E2A-6FB43F8838A4}" presName="spaceRect" presStyleCnt="0"/>
      <dgm:spPr/>
    </dgm:pt>
    <dgm:pt modelId="{7B9910D1-3C25-4398-A8A1-222B1D5A148E}" type="pres">
      <dgm:prSet presAssocID="{6E6E37E4-2764-4295-9E2A-6FB43F8838A4}" presName="parTx" presStyleLbl="revTx" presStyleIdx="3" presStyleCnt="7">
        <dgm:presLayoutVars>
          <dgm:chMax val="0"/>
          <dgm:chPref val="0"/>
        </dgm:presLayoutVars>
      </dgm:prSet>
      <dgm:spPr/>
    </dgm:pt>
    <dgm:pt modelId="{B6B0E547-1EA1-450B-BCC1-109D45EEB91B}" type="pres">
      <dgm:prSet presAssocID="{9EDB107B-355D-4627-B69D-3FFDD036A3A7}" presName="sibTrans" presStyleCnt="0"/>
      <dgm:spPr/>
    </dgm:pt>
    <dgm:pt modelId="{9F205BE4-2428-4B5D-ABE0-31030F8DD493}" type="pres">
      <dgm:prSet presAssocID="{FB95765A-3331-4B70-A7A8-8C5184B7BFE4}" presName="compNode" presStyleCnt="0"/>
      <dgm:spPr/>
    </dgm:pt>
    <dgm:pt modelId="{5CEBF7F5-95BB-484F-8EBC-97BCFF38735B}" type="pres">
      <dgm:prSet presAssocID="{FB95765A-3331-4B70-A7A8-8C5184B7BFE4}" presName="bgRect" presStyleLbl="bgShp" presStyleIdx="4" presStyleCnt="7"/>
      <dgm:spPr/>
    </dgm:pt>
    <dgm:pt modelId="{6FCB3E00-46B2-4D2C-8A53-0EF10C3A5C79}" type="pres">
      <dgm:prSet presAssocID="{FB95765A-3331-4B70-A7A8-8C5184B7BFE4}" presName="iconRect" presStyleLbl="node1" presStyleIdx="4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peech"/>
        </a:ext>
      </dgm:extLst>
    </dgm:pt>
    <dgm:pt modelId="{2CBE39F6-DFB1-4FE5-BF51-0CFA46F20B78}" type="pres">
      <dgm:prSet presAssocID="{FB95765A-3331-4B70-A7A8-8C5184B7BFE4}" presName="spaceRect" presStyleCnt="0"/>
      <dgm:spPr/>
    </dgm:pt>
    <dgm:pt modelId="{67ECD2ED-4D13-4E7C-8733-E72493F99DB1}" type="pres">
      <dgm:prSet presAssocID="{FB95765A-3331-4B70-A7A8-8C5184B7BFE4}" presName="parTx" presStyleLbl="revTx" presStyleIdx="4" presStyleCnt="7">
        <dgm:presLayoutVars>
          <dgm:chMax val="0"/>
          <dgm:chPref val="0"/>
        </dgm:presLayoutVars>
      </dgm:prSet>
      <dgm:spPr/>
    </dgm:pt>
    <dgm:pt modelId="{AE377016-5F0F-4068-9E7D-11F22F3D2B9E}" type="pres">
      <dgm:prSet presAssocID="{6F9A768C-29FE-4935-8850-78BCFB891DF9}" presName="sibTrans" presStyleCnt="0"/>
      <dgm:spPr/>
    </dgm:pt>
    <dgm:pt modelId="{FC736BB7-01BB-438D-B4A6-F17163A8B302}" type="pres">
      <dgm:prSet presAssocID="{782AF624-1FF8-4A5E-8067-F66C608AA065}" presName="compNode" presStyleCnt="0"/>
      <dgm:spPr/>
    </dgm:pt>
    <dgm:pt modelId="{AB299427-1FDB-4730-9869-5F111F4F109F}" type="pres">
      <dgm:prSet presAssocID="{782AF624-1FF8-4A5E-8067-F66C608AA065}" presName="bgRect" presStyleLbl="bgShp" presStyleIdx="5" presStyleCnt="7"/>
      <dgm:spPr/>
    </dgm:pt>
    <dgm:pt modelId="{64EDC60C-AFD2-4619-81BC-9E0E5533B005}" type="pres">
      <dgm:prSet presAssocID="{782AF624-1FF8-4A5E-8067-F66C608AA065}" presName="iconRect" presStyleLbl="node1" presStyleIdx="5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D2744613-7056-4F5C-B6B2-CF6A7FFC391E}" type="pres">
      <dgm:prSet presAssocID="{782AF624-1FF8-4A5E-8067-F66C608AA065}" presName="spaceRect" presStyleCnt="0"/>
      <dgm:spPr/>
    </dgm:pt>
    <dgm:pt modelId="{BF917313-2B13-4F0C-8D69-894E422B9209}" type="pres">
      <dgm:prSet presAssocID="{782AF624-1FF8-4A5E-8067-F66C608AA065}" presName="parTx" presStyleLbl="revTx" presStyleIdx="5" presStyleCnt="7">
        <dgm:presLayoutVars>
          <dgm:chMax val="0"/>
          <dgm:chPref val="0"/>
        </dgm:presLayoutVars>
      </dgm:prSet>
      <dgm:spPr/>
    </dgm:pt>
    <dgm:pt modelId="{D8B5F37F-1D7C-4556-9FED-38B014FCF8F8}" type="pres">
      <dgm:prSet presAssocID="{17F561B3-B82E-41CC-9A79-5CE1DCEB4281}" presName="sibTrans" presStyleCnt="0"/>
      <dgm:spPr/>
    </dgm:pt>
    <dgm:pt modelId="{16331A01-3A76-48AB-9838-0520005E0827}" type="pres">
      <dgm:prSet presAssocID="{FF4D409D-9EB8-4788-AB00-87747A0DFFF7}" presName="compNode" presStyleCnt="0"/>
      <dgm:spPr/>
    </dgm:pt>
    <dgm:pt modelId="{4719E375-FCC6-4CC7-A688-758DF0BDB437}" type="pres">
      <dgm:prSet presAssocID="{FF4D409D-9EB8-4788-AB00-87747A0DFFF7}" presName="bgRect" presStyleLbl="bgShp" presStyleIdx="6" presStyleCnt="7"/>
      <dgm:spPr/>
    </dgm:pt>
    <dgm:pt modelId="{4CD55D04-6D21-49AC-B048-472520A215DF}" type="pres">
      <dgm:prSet presAssocID="{FF4D409D-9EB8-4788-AB00-87747A0DFFF7}" presName="iconRect" presStyleLbl="node1" presStyleIdx="6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ss Pieces"/>
        </a:ext>
      </dgm:extLst>
    </dgm:pt>
    <dgm:pt modelId="{F6D6ED19-6C86-49AB-9494-476876A55B07}" type="pres">
      <dgm:prSet presAssocID="{FF4D409D-9EB8-4788-AB00-87747A0DFFF7}" presName="spaceRect" presStyleCnt="0"/>
      <dgm:spPr/>
    </dgm:pt>
    <dgm:pt modelId="{BC922ED1-B767-4A62-AA0F-4665F1F4BC2E}" type="pres">
      <dgm:prSet presAssocID="{FF4D409D-9EB8-4788-AB00-87747A0DFFF7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9837C421-A390-4D30-85A6-C3F055745A57}" srcId="{A8BB01DE-A0D3-49E0-8681-9A219903EC51}" destId="{2EFCFD11-A470-470D-BB28-34B7940D5F71}" srcOrd="0" destOrd="0" parTransId="{BCB41098-B044-4610-BD99-D6D9FDC31F98}" sibTransId="{AA054FDB-9FB5-454A-B758-1731F82612CE}"/>
    <dgm:cxn modelId="{F4920347-8875-4256-9F45-BEA0600A7912}" srcId="{A8BB01DE-A0D3-49E0-8681-9A219903EC51}" destId="{6E6E37E4-2764-4295-9E2A-6FB43F8838A4}" srcOrd="3" destOrd="0" parTransId="{42FC002E-6913-4215-BE5E-40D85AF624D6}" sibTransId="{9EDB107B-355D-4627-B69D-3FFDD036A3A7}"/>
    <dgm:cxn modelId="{4BA4776A-F3E7-4062-BA0A-5555F0AA6EE9}" srcId="{A8BB01DE-A0D3-49E0-8681-9A219903EC51}" destId="{FB95765A-3331-4B70-A7A8-8C5184B7BFE4}" srcOrd="4" destOrd="0" parTransId="{7957EE00-00D2-4398-9791-C5A30F8B1519}" sibTransId="{6F9A768C-29FE-4935-8850-78BCFB891DF9}"/>
    <dgm:cxn modelId="{28243B80-C6B1-4579-9B5E-39DBF49D9648}" type="presOf" srcId="{FF4D409D-9EB8-4788-AB00-87747A0DFFF7}" destId="{BC922ED1-B767-4A62-AA0F-4665F1F4BC2E}" srcOrd="0" destOrd="0" presId="urn:microsoft.com/office/officeart/2018/2/layout/IconVerticalSolidList"/>
    <dgm:cxn modelId="{0681E587-0891-4031-9222-8968A154D486}" type="presOf" srcId="{68457127-A26C-44F3-9CFE-DEEE46873E4F}" destId="{A26D2FE7-40E3-4AB3-B18F-6D9368F9CE19}" srcOrd="0" destOrd="0" presId="urn:microsoft.com/office/officeart/2018/2/layout/IconVerticalSolidList"/>
    <dgm:cxn modelId="{B9E43C8B-22F7-4592-8FEC-0BF872AABCC1}" type="presOf" srcId="{A8BB01DE-A0D3-49E0-8681-9A219903EC51}" destId="{E0D22B1C-A7CE-4192-B107-5438A80A885D}" srcOrd="0" destOrd="0" presId="urn:microsoft.com/office/officeart/2018/2/layout/IconVerticalSolidList"/>
    <dgm:cxn modelId="{E804009E-E0C4-40CA-BC01-ADE4B1CBB4F7}" srcId="{A8BB01DE-A0D3-49E0-8681-9A219903EC51}" destId="{68457127-A26C-44F3-9CFE-DEEE46873E4F}" srcOrd="2" destOrd="0" parTransId="{1EE9173A-A812-413C-A9B7-BA55A318910A}" sibTransId="{DCF6682B-455D-42C8-9AA7-53B58390E683}"/>
    <dgm:cxn modelId="{2952269F-6BFB-4150-9DDF-7E36CD9103D2}" srcId="{A8BB01DE-A0D3-49E0-8681-9A219903EC51}" destId="{FF4D409D-9EB8-4788-AB00-87747A0DFFF7}" srcOrd="6" destOrd="0" parTransId="{CE95EBB6-A2FE-4027-BB54-521F3B0DDCD0}" sibTransId="{251D343E-1752-4DBD-8886-1CADEADD7022}"/>
    <dgm:cxn modelId="{C6FE80A3-BAFB-4A5F-818D-638DA779D1AB}" type="presOf" srcId="{782AF624-1FF8-4A5E-8067-F66C608AA065}" destId="{BF917313-2B13-4F0C-8D69-894E422B9209}" srcOrd="0" destOrd="0" presId="urn:microsoft.com/office/officeart/2018/2/layout/IconVerticalSolidList"/>
    <dgm:cxn modelId="{27303AB4-C654-4BC1-BA5E-B612AF90E0A6}" type="presOf" srcId="{FB95765A-3331-4B70-A7A8-8C5184B7BFE4}" destId="{67ECD2ED-4D13-4E7C-8733-E72493F99DB1}" srcOrd="0" destOrd="0" presId="urn:microsoft.com/office/officeart/2018/2/layout/IconVerticalSolidList"/>
    <dgm:cxn modelId="{EBF103BE-234F-4BA3-9BA7-572A565AD823}" type="presOf" srcId="{CDF1D9B8-CC36-492C-8C77-4EEDFF301A2B}" destId="{A01C68F8-CEFC-401D-90F4-D4F6145FC46A}" srcOrd="0" destOrd="0" presId="urn:microsoft.com/office/officeart/2018/2/layout/IconVerticalSolidList"/>
    <dgm:cxn modelId="{9C4081C6-48AC-452A-8A16-E83F4018244A}" type="presOf" srcId="{2EFCFD11-A470-470D-BB28-34B7940D5F71}" destId="{FD14AC20-AC4A-4DD2-AA12-94102C421E09}" srcOrd="0" destOrd="0" presId="urn:microsoft.com/office/officeart/2018/2/layout/IconVerticalSolidList"/>
    <dgm:cxn modelId="{611621E0-C052-45BC-8C7A-0303C2040784}" srcId="{A8BB01DE-A0D3-49E0-8681-9A219903EC51}" destId="{782AF624-1FF8-4A5E-8067-F66C608AA065}" srcOrd="5" destOrd="0" parTransId="{553DB11C-7465-4B77-A84E-AC80514840FF}" sibTransId="{17F561B3-B82E-41CC-9A79-5CE1DCEB4281}"/>
    <dgm:cxn modelId="{150C2AF0-E353-4BED-88EB-34FD3A3F2A84}" type="presOf" srcId="{6E6E37E4-2764-4295-9E2A-6FB43F8838A4}" destId="{7B9910D1-3C25-4398-A8A1-222B1D5A148E}" srcOrd="0" destOrd="0" presId="urn:microsoft.com/office/officeart/2018/2/layout/IconVerticalSolidList"/>
    <dgm:cxn modelId="{BCAE39F0-E0AF-4DB8-80AD-1E60D2587842}" srcId="{A8BB01DE-A0D3-49E0-8681-9A219903EC51}" destId="{CDF1D9B8-CC36-492C-8C77-4EEDFF301A2B}" srcOrd="1" destOrd="0" parTransId="{27581195-44A4-42A1-A836-EE2C3F1919A7}" sibTransId="{BFF67790-AE8D-4A69-8BF5-712CA24E6159}"/>
    <dgm:cxn modelId="{CD870EAD-6B79-452E-B4DD-0BF0A7B0C4AC}" type="presParOf" srcId="{E0D22B1C-A7CE-4192-B107-5438A80A885D}" destId="{5EA71BED-0413-4AC2-85F6-D54C26F7F118}" srcOrd="0" destOrd="0" presId="urn:microsoft.com/office/officeart/2018/2/layout/IconVerticalSolidList"/>
    <dgm:cxn modelId="{FA60C11D-1EA8-494A-A002-A1D49B6C4933}" type="presParOf" srcId="{5EA71BED-0413-4AC2-85F6-D54C26F7F118}" destId="{E2B888B1-1CCE-4802-B725-A6156A059EDA}" srcOrd="0" destOrd="0" presId="urn:microsoft.com/office/officeart/2018/2/layout/IconVerticalSolidList"/>
    <dgm:cxn modelId="{31A78FD5-C29F-4AE8-A0C7-40A95E616E80}" type="presParOf" srcId="{5EA71BED-0413-4AC2-85F6-D54C26F7F118}" destId="{1679BFF2-DD0E-44BF-ACB0-B1CF3116BAAC}" srcOrd="1" destOrd="0" presId="urn:microsoft.com/office/officeart/2018/2/layout/IconVerticalSolidList"/>
    <dgm:cxn modelId="{BD7A5580-D207-48F6-B9B2-0C79689A2F45}" type="presParOf" srcId="{5EA71BED-0413-4AC2-85F6-D54C26F7F118}" destId="{F58EACC0-DC34-4AEC-8CAE-77399D0A89D0}" srcOrd="2" destOrd="0" presId="urn:microsoft.com/office/officeart/2018/2/layout/IconVerticalSolidList"/>
    <dgm:cxn modelId="{9E4655E0-6781-428E-B842-8EA0836CB62B}" type="presParOf" srcId="{5EA71BED-0413-4AC2-85F6-D54C26F7F118}" destId="{FD14AC20-AC4A-4DD2-AA12-94102C421E09}" srcOrd="3" destOrd="0" presId="urn:microsoft.com/office/officeart/2018/2/layout/IconVerticalSolidList"/>
    <dgm:cxn modelId="{CBECFA59-6673-4966-B8C2-93F8BEBCBF02}" type="presParOf" srcId="{E0D22B1C-A7CE-4192-B107-5438A80A885D}" destId="{82E4C9DD-8F30-4B2B-B836-A5E1DEC4B760}" srcOrd="1" destOrd="0" presId="urn:microsoft.com/office/officeart/2018/2/layout/IconVerticalSolidList"/>
    <dgm:cxn modelId="{DA576F4A-1936-4573-87C5-F1C8B0CC4C85}" type="presParOf" srcId="{E0D22B1C-A7CE-4192-B107-5438A80A885D}" destId="{84923EF8-66CF-49BF-8C1C-7869BF499DD0}" srcOrd="2" destOrd="0" presId="urn:microsoft.com/office/officeart/2018/2/layout/IconVerticalSolidList"/>
    <dgm:cxn modelId="{5A3992CE-EDC1-49F5-BBE6-6F889ACD4438}" type="presParOf" srcId="{84923EF8-66CF-49BF-8C1C-7869BF499DD0}" destId="{A3B6445F-042B-4F7A-A6CB-6B26BA72B2F9}" srcOrd="0" destOrd="0" presId="urn:microsoft.com/office/officeart/2018/2/layout/IconVerticalSolidList"/>
    <dgm:cxn modelId="{70016EBD-6D19-45F1-98A9-131148E59014}" type="presParOf" srcId="{84923EF8-66CF-49BF-8C1C-7869BF499DD0}" destId="{EE378E84-2FD3-4050-B67E-395E56BFA54B}" srcOrd="1" destOrd="0" presId="urn:microsoft.com/office/officeart/2018/2/layout/IconVerticalSolidList"/>
    <dgm:cxn modelId="{6945D654-D04D-48E2-B1AD-C236AD75187C}" type="presParOf" srcId="{84923EF8-66CF-49BF-8C1C-7869BF499DD0}" destId="{C4EBCA84-79B0-4174-BBE1-4FAE8EE4D80C}" srcOrd="2" destOrd="0" presId="urn:microsoft.com/office/officeart/2018/2/layout/IconVerticalSolidList"/>
    <dgm:cxn modelId="{A747D4A2-2CE6-499F-A020-D45E9D556599}" type="presParOf" srcId="{84923EF8-66CF-49BF-8C1C-7869BF499DD0}" destId="{A01C68F8-CEFC-401D-90F4-D4F6145FC46A}" srcOrd="3" destOrd="0" presId="urn:microsoft.com/office/officeart/2018/2/layout/IconVerticalSolidList"/>
    <dgm:cxn modelId="{B2D59D90-0FF2-40F3-824A-A0B8C74A560D}" type="presParOf" srcId="{E0D22B1C-A7CE-4192-B107-5438A80A885D}" destId="{D0AFA271-A35F-4BFE-A283-A9E6AFB05955}" srcOrd="3" destOrd="0" presId="urn:microsoft.com/office/officeart/2018/2/layout/IconVerticalSolidList"/>
    <dgm:cxn modelId="{60C6551F-399B-40B7-92DD-6D271C2950FE}" type="presParOf" srcId="{E0D22B1C-A7CE-4192-B107-5438A80A885D}" destId="{24CA079E-C3FB-4A05-BA1D-9CEF4165FE97}" srcOrd="4" destOrd="0" presId="urn:microsoft.com/office/officeart/2018/2/layout/IconVerticalSolidList"/>
    <dgm:cxn modelId="{698B68BC-C784-42D1-83BA-8803AA3169C8}" type="presParOf" srcId="{24CA079E-C3FB-4A05-BA1D-9CEF4165FE97}" destId="{C083982D-C46D-41B3-B7EC-001D29370B26}" srcOrd="0" destOrd="0" presId="urn:microsoft.com/office/officeart/2018/2/layout/IconVerticalSolidList"/>
    <dgm:cxn modelId="{45189F4A-83E3-4725-B840-D6B1CB8758E2}" type="presParOf" srcId="{24CA079E-C3FB-4A05-BA1D-9CEF4165FE97}" destId="{3F718A3B-78A2-4464-92B0-952C68A63B4A}" srcOrd="1" destOrd="0" presId="urn:microsoft.com/office/officeart/2018/2/layout/IconVerticalSolidList"/>
    <dgm:cxn modelId="{0879E07F-4918-43C2-BD4C-9A3FD40776C8}" type="presParOf" srcId="{24CA079E-C3FB-4A05-BA1D-9CEF4165FE97}" destId="{08A74D06-272B-4056-947E-69ABEAB7D7E8}" srcOrd="2" destOrd="0" presId="urn:microsoft.com/office/officeart/2018/2/layout/IconVerticalSolidList"/>
    <dgm:cxn modelId="{B46C046D-3208-49D2-8A4C-C839112B36D2}" type="presParOf" srcId="{24CA079E-C3FB-4A05-BA1D-9CEF4165FE97}" destId="{A26D2FE7-40E3-4AB3-B18F-6D9368F9CE19}" srcOrd="3" destOrd="0" presId="urn:microsoft.com/office/officeart/2018/2/layout/IconVerticalSolidList"/>
    <dgm:cxn modelId="{5C9C4C94-F589-472D-AC50-FF3BD50215CE}" type="presParOf" srcId="{E0D22B1C-A7CE-4192-B107-5438A80A885D}" destId="{861A9F8B-82C2-483B-8A82-864C08CC7CD7}" srcOrd="5" destOrd="0" presId="urn:microsoft.com/office/officeart/2018/2/layout/IconVerticalSolidList"/>
    <dgm:cxn modelId="{26E04D49-F7D9-46B3-9AEC-058A31CBBC30}" type="presParOf" srcId="{E0D22B1C-A7CE-4192-B107-5438A80A885D}" destId="{7C09C853-02DB-4F89-82DB-EAC215625536}" srcOrd="6" destOrd="0" presId="urn:microsoft.com/office/officeart/2018/2/layout/IconVerticalSolidList"/>
    <dgm:cxn modelId="{6A9D7D2C-3E9F-4FC4-9EEE-3713242DDF79}" type="presParOf" srcId="{7C09C853-02DB-4F89-82DB-EAC215625536}" destId="{15467F40-B693-4C32-9F03-079EDECA4141}" srcOrd="0" destOrd="0" presId="urn:microsoft.com/office/officeart/2018/2/layout/IconVerticalSolidList"/>
    <dgm:cxn modelId="{EB5B0D2E-E1B1-4BFC-AD26-390AF99B3D66}" type="presParOf" srcId="{7C09C853-02DB-4F89-82DB-EAC215625536}" destId="{905F82DD-4ED3-4299-AEB1-6D53DAE859A0}" srcOrd="1" destOrd="0" presId="urn:microsoft.com/office/officeart/2018/2/layout/IconVerticalSolidList"/>
    <dgm:cxn modelId="{3115487E-5DBB-4C60-9E66-5896CCA3E433}" type="presParOf" srcId="{7C09C853-02DB-4F89-82DB-EAC215625536}" destId="{5E0FB177-75A1-4BE2-A1B0-BEA6BEF4B251}" srcOrd="2" destOrd="0" presId="urn:microsoft.com/office/officeart/2018/2/layout/IconVerticalSolidList"/>
    <dgm:cxn modelId="{85884C3B-F803-49FB-8EC9-085300E77500}" type="presParOf" srcId="{7C09C853-02DB-4F89-82DB-EAC215625536}" destId="{7B9910D1-3C25-4398-A8A1-222B1D5A148E}" srcOrd="3" destOrd="0" presId="urn:microsoft.com/office/officeart/2018/2/layout/IconVerticalSolidList"/>
    <dgm:cxn modelId="{3F7BC7A4-016A-4219-BB45-CB999B47C59B}" type="presParOf" srcId="{E0D22B1C-A7CE-4192-B107-5438A80A885D}" destId="{B6B0E547-1EA1-450B-BCC1-109D45EEB91B}" srcOrd="7" destOrd="0" presId="urn:microsoft.com/office/officeart/2018/2/layout/IconVerticalSolidList"/>
    <dgm:cxn modelId="{AB25748B-B338-4E81-AF7D-6D6BC74E418A}" type="presParOf" srcId="{E0D22B1C-A7CE-4192-B107-5438A80A885D}" destId="{9F205BE4-2428-4B5D-ABE0-31030F8DD493}" srcOrd="8" destOrd="0" presId="urn:microsoft.com/office/officeart/2018/2/layout/IconVerticalSolidList"/>
    <dgm:cxn modelId="{94449BC4-5C2F-4385-A369-3F2185AFDA09}" type="presParOf" srcId="{9F205BE4-2428-4B5D-ABE0-31030F8DD493}" destId="{5CEBF7F5-95BB-484F-8EBC-97BCFF38735B}" srcOrd="0" destOrd="0" presId="urn:microsoft.com/office/officeart/2018/2/layout/IconVerticalSolidList"/>
    <dgm:cxn modelId="{1FB5ED6D-51BA-4E76-B245-965676A8C542}" type="presParOf" srcId="{9F205BE4-2428-4B5D-ABE0-31030F8DD493}" destId="{6FCB3E00-46B2-4D2C-8A53-0EF10C3A5C79}" srcOrd="1" destOrd="0" presId="urn:microsoft.com/office/officeart/2018/2/layout/IconVerticalSolidList"/>
    <dgm:cxn modelId="{23C96D48-A36C-44A4-9D6D-68CEB1ACB93A}" type="presParOf" srcId="{9F205BE4-2428-4B5D-ABE0-31030F8DD493}" destId="{2CBE39F6-DFB1-4FE5-BF51-0CFA46F20B78}" srcOrd="2" destOrd="0" presId="urn:microsoft.com/office/officeart/2018/2/layout/IconVerticalSolidList"/>
    <dgm:cxn modelId="{907E49EB-7D8F-4C52-B988-703FBB9EB4F7}" type="presParOf" srcId="{9F205BE4-2428-4B5D-ABE0-31030F8DD493}" destId="{67ECD2ED-4D13-4E7C-8733-E72493F99DB1}" srcOrd="3" destOrd="0" presId="urn:microsoft.com/office/officeart/2018/2/layout/IconVerticalSolidList"/>
    <dgm:cxn modelId="{72389098-FD8E-4104-AE74-71DF3BD2B4FB}" type="presParOf" srcId="{E0D22B1C-A7CE-4192-B107-5438A80A885D}" destId="{AE377016-5F0F-4068-9E7D-11F22F3D2B9E}" srcOrd="9" destOrd="0" presId="urn:microsoft.com/office/officeart/2018/2/layout/IconVerticalSolidList"/>
    <dgm:cxn modelId="{0E0AD229-4906-4227-B58A-AE92892EA73C}" type="presParOf" srcId="{E0D22B1C-A7CE-4192-B107-5438A80A885D}" destId="{FC736BB7-01BB-438D-B4A6-F17163A8B302}" srcOrd="10" destOrd="0" presId="urn:microsoft.com/office/officeart/2018/2/layout/IconVerticalSolidList"/>
    <dgm:cxn modelId="{5B04A5AB-0ED9-4CAA-9629-9F88BB89CE39}" type="presParOf" srcId="{FC736BB7-01BB-438D-B4A6-F17163A8B302}" destId="{AB299427-1FDB-4730-9869-5F111F4F109F}" srcOrd="0" destOrd="0" presId="urn:microsoft.com/office/officeart/2018/2/layout/IconVerticalSolidList"/>
    <dgm:cxn modelId="{3B7DF92D-762A-42DA-9539-5230433A5D9C}" type="presParOf" srcId="{FC736BB7-01BB-438D-B4A6-F17163A8B302}" destId="{64EDC60C-AFD2-4619-81BC-9E0E5533B005}" srcOrd="1" destOrd="0" presId="urn:microsoft.com/office/officeart/2018/2/layout/IconVerticalSolidList"/>
    <dgm:cxn modelId="{2189FA40-E024-4F22-9831-90A107F4B0DB}" type="presParOf" srcId="{FC736BB7-01BB-438D-B4A6-F17163A8B302}" destId="{D2744613-7056-4F5C-B6B2-CF6A7FFC391E}" srcOrd="2" destOrd="0" presId="urn:microsoft.com/office/officeart/2018/2/layout/IconVerticalSolidList"/>
    <dgm:cxn modelId="{3F9A8291-6442-454C-8D66-A0352AC4B8F1}" type="presParOf" srcId="{FC736BB7-01BB-438D-B4A6-F17163A8B302}" destId="{BF917313-2B13-4F0C-8D69-894E422B9209}" srcOrd="3" destOrd="0" presId="urn:microsoft.com/office/officeart/2018/2/layout/IconVerticalSolidList"/>
    <dgm:cxn modelId="{0FCFEEF4-E860-4145-B1FD-503BC8109217}" type="presParOf" srcId="{E0D22B1C-A7CE-4192-B107-5438A80A885D}" destId="{D8B5F37F-1D7C-4556-9FED-38B014FCF8F8}" srcOrd="11" destOrd="0" presId="urn:microsoft.com/office/officeart/2018/2/layout/IconVerticalSolidList"/>
    <dgm:cxn modelId="{281C9968-6ED2-4D27-AC8B-13F426BD8186}" type="presParOf" srcId="{E0D22B1C-A7CE-4192-B107-5438A80A885D}" destId="{16331A01-3A76-48AB-9838-0520005E0827}" srcOrd="12" destOrd="0" presId="urn:microsoft.com/office/officeart/2018/2/layout/IconVerticalSolidList"/>
    <dgm:cxn modelId="{7416377F-97C8-44D7-A7FC-2BAF91C5DD35}" type="presParOf" srcId="{16331A01-3A76-48AB-9838-0520005E0827}" destId="{4719E375-FCC6-4CC7-A688-758DF0BDB437}" srcOrd="0" destOrd="0" presId="urn:microsoft.com/office/officeart/2018/2/layout/IconVerticalSolidList"/>
    <dgm:cxn modelId="{F5E49F23-E15B-41BF-A56C-02043E3BBCBB}" type="presParOf" srcId="{16331A01-3A76-48AB-9838-0520005E0827}" destId="{4CD55D04-6D21-49AC-B048-472520A215DF}" srcOrd="1" destOrd="0" presId="urn:microsoft.com/office/officeart/2018/2/layout/IconVerticalSolidList"/>
    <dgm:cxn modelId="{0F4E2FFD-2357-48C6-9B16-6092BD8616CB}" type="presParOf" srcId="{16331A01-3A76-48AB-9838-0520005E0827}" destId="{F6D6ED19-6C86-49AB-9494-476876A55B07}" srcOrd="2" destOrd="0" presId="urn:microsoft.com/office/officeart/2018/2/layout/IconVerticalSolidList"/>
    <dgm:cxn modelId="{86F47417-0A79-463A-8267-71A5D5F7B884}" type="presParOf" srcId="{16331A01-3A76-48AB-9838-0520005E0827}" destId="{BC922ED1-B767-4A62-AA0F-4665F1F4BC2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6FC6B94-3288-44C9-9406-167F0AAF6BC4}" type="doc">
      <dgm:prSet loTypeId="urn:microsoft.com/office/officeart/2018/2/layout/IconVerticalSolidList" loCatId="icon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F837C61D-F33A-4167-AF24-087DD944E88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Platform: </a:t>
          </a:r>
        </a:p>
      </dgm:t>
    </dgm:pt>
    <dgm:pt modelId="{5FFBD38E-3E63-46CF-B323-04B8D83797BB}" type="parTrans" cxnId="{40E459EF-99E1-47C9-AAD7-EFE252043A75}">
      <dgm:prSet/>
      <dgm:spPr/>
      <dgm:t>
        <a:bodyPr/>
        <a:lstStyle/>
        <a:p>
          <a:endParaRPr lang="en-US"/>
        </a:p>
      </dgm:t>
    </dgm:pt>
    <dgm:pt modelId="{E051A8F4-D2BE-4C28-82D9-0E461E8FA3AE}" type="sibTrans" cxnId="{40E459EF-99E1-47C9-AAD7-EFE252043A75}">
      <dgm:prSet/>
      <dgm:spPr/>
      <dgm:t>
        <a:bodyPr/>
        <a:lstStyle/>
        <a:p>
          <a:endParaRPr lang="en-US"/>
        </a:p>
      </dgm:t>
    </dgm:pt>
    <dgm:pt modelId="{60D50C80-66C6-4033-9737-E0613C5D078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Browser-based web application</a:t>
          </a:r>
        </a:p>
      </dgm:t>
    </dgm:pt>
    <dgm:pt modelId="{94CA0B76-80D3-4069-A887-8E2453D60937}" type="parTrans" cxnId="{D23B5CCD-C22A-4CCE-8474-75F8DCD294A9}">
      <dgm:prSet/>
      <dgm:spPr/>
      <dgm:t>
        <a:bodyPr/>
        <a:lstStyle/>
        <a:p>
          <a:endParaRPr lang="en-US"/>
        </a:p>
      </dgm:t>
    </dgm:pt>
    <dgm:pt modelId="{B5D75F9D-3A97-4047-B87C-0B41D2B4F7EC}" type="sibTrans" cxnId="{D23B5CCD-C22A-4CCE-8474-75F8DCD294A9}">
      <dgm:prSet/>
      <dgm:spPr/>
      <dgm:t>
        <a:bodyPr/>
        <a:lstStyle/>
        <a:p>
          <a:endParaRPr lang="en-US"/>
        </a:p>
      </dgm:t>
    </dgm:pt>
    <dgm:pt modelId="{C40698F2-0266-41E5-BFED-3AC670A5C83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Runs in Google Chrome</a:t>
          </a:r>
        </a:p>
      </dgm:t>
    </dgm:pt>
    <dgm:pt modelId="{F53B224D-41FE-4277-A856-FDF7C8767257}" type="parTrans" cxnId="{F6EBD915-D2D9-46DB-9AA7-A28819AA9776}">
      <dgm:prSet/>
      <dgm:spPr/>
      <dgm:t>
        <a:bodyPr/>
        <a:lstStyle/>
        <a:p>
          <a:endParaRPr lang="en-US"/>
        </a:p>
      </dgm:t>
    </dgm:pt>
    <dgm:pt modelId="{29E5506E-1262-4D5D-A88E-90ECFD0D28CD}" type="sibTrans" cxnId="{F6EBD915-D2D9-46DB-9AA7-A28819AA9776}">
      <dgm:prSet/>
      <dgm:spPr/>
      <dgm:t>
        <a:bodyPr/>
        <a:lstStyle/>
        <a:p>
          <a:endParaRPr lang="en-US"/>
        </a:p>
      </dgm:t>
    </dgm:pt>
    <dgm:pt modelId="{FB9FA2ED-AAEB-4A04-A024-EA85651E599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Served locally via Vite development server</a:t>
          </a:r>
        </a:p>
      </dgm:t>
    </dgm:pt>
    <dgm:pt modelId="{15BD9FA5-4E0C-4603-9B17-13849EDA2CF9}" type="parTrans" cxnId="{2D9B95E8-E1AF-4B52-96C5-626148168176}">
      <dgm:prSet/>
      <dgm:spPr/>
      <dgm:t>
        <a:bodyPr/>
        <a:lstStyle/>
        <a:p>
          <a:endParaRPr lang="en-US"/>
        </a:p>
      </dgm:t>
    </dgm:pt>
    <dgm:pt modelId="{4DFEC36C-B863-4862-8DA6-D71E8A8F54A1}" type="sibTrans" cxnId="{2D9B95E8-E1AF-4B52-96C5-626148168176}">
      <dgm:prSet/>
      <dgm:spPr/>
      <dgm:t>
        <a:bodyPr/>
        <a:lstStyle/>
        <a:p>
          <a:endParaRPr lang="en-US"/>
        </a:p>
      </dgm:t>
    </dgm:pt>
    <dgm:pt modelId="{21BA8216-2063-442D-9EA4-E2E1012F652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Developed on macOS</a:t>
          </a:r>
        </a:p>
      </dgm:t>
    </dgm:pt>
    <dgm:pt modelId="{97AB93A7-994D-410F-A720-BE877162D6F0}" type="parTrans" cxnId="{A98381FB-6878-4CCF-B1DB-5DE6A1C7D327}">
      <dgm:prSet/>
      <dgm:spPr/>
      <dgm:t>
        <a:bodyPr/>
        <a:lstStyle/>
        <a:p>
          <a:endParaRPr lang="en-US"/>
        </a:p>
      </dgm:t>
    </dgm:pt>
    <dgm:pt modelId="{D821CAFA-1BEB-4923-B211-F1D5663CA687}" type="sibTrans" cxnId="{A98381FB-6878-4CCF-B1DB-5DE6A1C7D327}">
      <dgm:prSet/>
      <dgm:spPr/>
      <dgm:t>
        <a:bodyPr/>
        <a:lstStyle/>
        <a:p>
          <a:endParaRPr lang="en-US"/>
        </a:p>
      </dgm:t>
    </dgm:pt>
    <dgm:pt modelId="{AE840C0F-798B-47AB-8CA0-AC6A92157DE9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Trebuchet MS" panose="020B0603020202020204"/>
            </a:rPr>
            <a:t>Microsoft Azure</a:t>
          </a:r>
        </a:p>
      </dgm:t>
    </dgm:pt>
    <dgm:pt modelId="{81D986C4-912B-4E8E-99AA-E56F34F69E0B}" type="parTrans" cxnId="{6608DB64-2807-474A-A52D-9DE4AF86E7B6}">
      <dgm:prSet/>
      <dgm:spPr/>
    </dgm:pt>
    <dgm:pt modelId="{6B5C2B19-A89C-49CC-AD6B-2F416C5EF390}" type="sibTrans" cxnId="{6608DB64-2807-474A-A52D-9DE4AF86E7B6}">
      <dgm:prSet/>
      <dgm:spPr/>
    </dgm:pt>
    <dgm:pt modelId="{E8E6CC18-24C1-4FBD-8566-09FC78829F64}" type="pres">
      <dgm:prSet presAssocID="{B6FC6B94-3288-44C9-9406-167F0AAF6BC4}" presName="root" presStyleCnt="0">
        <dgm:presLayoutVars>
          <dgm:dir/>
          <dgm:resizeHandles val="exact"/>
        </dgm:presLayoutVars>
      </dgm:prSet>
      <dgm:spPr/>
    </dgm:pt>
    <dgm:pt modelId="{E946DEBE-9571-42D9-AF56-7875DDA72FD0}" type="pres">
      <dgm:prSet presAssocID="{F837C61D-F33A-4167-AF24-087DD944E88E}" presName="compNode" presStyleCnt="0"/>
      <dgm:spPr/>
    </dgm:pt>
    <dgm:pt modelId="{66D3D50B-6233-4D13-A7D4-34D096F42CE1}" type="pres">
      <dgm:prSet presAssocID="{F837C61D-F33A-4167-AF24-087DD944E88E}" presName="bgRect" presStyleLbl="bgShp" presStyleIdx="0" presStyleCnt="6"/>
      <dgm:spPr/>
    </dgm:pt>
    <dgm:pt modelId="{1ECF9A98-4286-4624-ACA2-27595B0BF812}" type="pres">
      <dgm:prSet presAssocID="{F837C61D-F33A-4167-AF24-087DD944E88E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97E96B3A-EDBE-4EE9-B812-CEB49EDDC690}" type="pres">
      <dgm:prSet presAssocID="{F837C61D-F33A-4167-AF24-087DD944E88E}" presName="spaceRect" presStyleCnt="0"/>
      <dgm:spPr/>
    </dgm:pt>
    <dgm:pt modelId="{903FA40B-BFB5-4D03-B2F3-FE019DC43864}" type="pres">
      <dgm:prSet presAssocID="{F837C61D-F33A-4167-AF24-087DD944E88E}" presName="parTx" presStyleLbl="revTx" presStyleIdx="0" presStyleCnt="6">
        <dgm:presLayoutVars>
          <dgm:chMax val="0"/>
          <dgm:chPref val="0"/>
        </dgm:presLayoutVars>
      </dgm:prSet>
      <dgm:spPr/>
    </dgm:pt>
    <dgm:pt modelId="{D9E858B0-0A00-4DD2-8979-EEAE8DB5BF2D}" type="pres">
      <dgm:prSet presAssocID="{E051A8F4-D2BE-4C28-82D9-0E461E8FA3AE}" presName="sibTrans" presStyleCnt="0"/>
      <dgm:spPr/>
    </dgm:pt>
    <dgm:pt modelId="{8239E594-1E44-4E72-981A-012740B24CD4}" type="pres">
      <dgm:prSet presAssocID="{60D50C80-66C6-4033-9737-E0613C5D078F}" presName="compNode" presStyleCnt="0"/>
      <dgm:spPr/>
    </dgm:pt>
    <dgm:pt modelId="{E95DCB8D-55A7-4A98-8D91-C18C1982D330}" type="pres">
      <dgm:prSet presAssocID="{60D50C80-66C6-4033-9737-E0613C5D078F}" presName="bgRect" presStyleLbl="bgShp" presStyleIdx="1" presStyleCnt="6"/>
      <dgm:spPr/>
    </dgm:pt>
    <dgm:pt modelId="{65799F2B-CE32-41CC-AD87-7B494D85BE14}" type="pres">
      <dgm:prSet presAssocID="{60D50C80-66C6-4033-9737-E0613C5D078F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346B6D0F-A11C-4BC0-B7F5-37961E8B082A}" type="pres">
      <dgm:prSet presAssocID="{60D50C80-66C6-4033-9737-E0613C5D078F}" presName="spaceRect" presStyleCnt="0"/>
      <dgm:spPr/>
    </dgm:pt>
    <dgm:pt modelId="{83921524-F922-480D-9D74-C9826FA0065E}" type="pres">
      <dgm:prSet presAssocID="{60D50C80-66C6-4033-9737-E0613C5D078F}" presName="parTx" presStyleLbl="revTx" presStyleIdx="1" presStyleCnt="6">
        <dgm:presLayoutVars>
          <dgm:chMax val="0"/>
          <dgm:chPref val="0"/>
        </dgm:presLayoutVars>
      </dgm:prSet>
      <dgm:spPr/>
    </dgm:pt>
    <dgm:pt modelId="{34C60DC5-DE5F-4CA0-A275-EBE794B9D313}" type="pres">
      <dgm:prSet presAssocID="{B5D75F9D-3A97-4047-B87C-0B41D2B4F7EC}" presName="sibTrans" presStyleCnt="0"/>
      <dgm:spPr/>
    </dgm:pt>
    <dgm:pt modelId="{CF7C1CEF-6E9E-4A48-A373-81FBFB3CFC98}" type="pres">
      <dgm:prSet presAssocID="{C40698F2-0266-41E5-BFED-3AC670A5C83F}" presName="compNode" presStyleCnt="0"/>
      <dgm:spPr/>
    </dgm:pt>
    <dgm:pt modelId="{57F20E23-3DE7-4087-82B5-A7AEDC69F2DA}" type="pres">
      <dgm:prSet presAssocID="{C40698F2-0266-41E5-BFED-3AC670A5C83F}" presName="bgRect" presStyleLbl="bgShp" presStyleIdx="2" presStyleCnt="6"/>
      <dgm:spPr/>
    </dgm:pt>
    <dgm:pt modelId="{87A714B8-DCBB-455C-8380-A352FEF00B4E}" type="pres">
      <dgm:prSet presAssocID="{C40698F2-0266-41E5-BFED-3AC670A5C83F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931711AF-BD3A-4976-9D54-B5D9D9F0F9FA}" type="pres">
      <dgm:prSet presAssocID="{C40698F2-0266-41E5-BFED-3AC670A5C83F}" presName="spaceRect" presStyleCnt="0"/>
      <dgm:spPr/>
    </dgm:pt>
    <dgm:pt modelId="{B59870D2-7AED-4564-9CC9-383062651225}" type="pres">
      <dgm:prSet presAssocID="{C40698F2-0266-41E5-BFED-3AC670A5C83F}" presName="parTx" presStyleLbl="revTx" presStyleIdx="2" presStyleCnt="6">
        <dgm:presLayoutVars>
          <dgm:chMax val="0"/>
          <dgm:chPref val="0"/>
        </dgm:presLayoutVars>
      </dgm:prSet>
      <dgm:spPr/>
    </dgm:pt>
    <dgm:pt modelId="{A679AB0B-0DE3-430F-9483-01C13B23D205}" type="pres">
      <dgm:prSet presAssocID="{29E5506E-1262-4D5D-A88E-90ECFD0D28CD}" presName="sibTrans" presStyleCnt="0"/>
      <dgm:spPr/>
    </dgm:pt>
    <dgm:pt modelId="{74D50D35-5BE4-47BA-9019-29EB0CFAE496}" type="pres">
      <dgm:prSet presAssocID="{FB9FA2ED-AAEB-4A04-A024-EA85651E5992}" presName="compNode" presStyleCnt="0"/>
      <dgm:spPr/>
    </dgm:pt>
    <dgm:pt modelId="{19ACFC8C-2240-49DC-BD46-D5A3C02E2DA8}" type="pres">
      <dgm:prSet presAssocID="{FB9FA2ED-AAEB-4A04-A024-EA85651E5992}" presName="bgRect" presStyleLbl="bgShp" presStyleIdx="3" presStyleCnt="6"/>
      <dgm:spPr/>
    </dgm:pt>
    <dgm:pt modelId="{2C5DDC80-4A05-43CB-81DE-79131E507575}" type="pres">
      <dgm:prSet presAssocID="{FB9FA2ED-AAEB-4A04-A024-EA85651E5992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08D08124-702E-463F-8DEA-A00798D21791}" type="pres">
      <dgm:prSet presAssocID="{FB9FA2ED-AAEB-4A04-A024-EA85651E5992}" presName="spaceRect" presStyleCnt="0"/>
      <dgm:spPr/>
    </dgm:pt>
    <dgm:pt modelId="{C00E59D8-2A93-4B16-8CBE-1F63A086C77F}" type="pres">
      <dgm:prSet presAssocID="{FB9FA2ED-AAEB-4A04-A024-EA85651E5992}" presName="parTx" presStyleLbl="revTx" presStyleIdx="3" presStyleCnt="6">
        <dgm:presLayoutVars>
          <dgm:chMax val="0"/>
          <dgm:chPref val="0"/>
        </dgm:presLayoutVars>
      </dgm:prSet>
      <dgm:spPr/>
    </dgm:pt>
    <dgm:pt modelId="{9586A836-6971-4747-AF2B-9A5513FFF0F4}" type="pres">
      <dgm:prSet presAssocID="{4DFEC36C-B863-4862-8DA6-D71E8A8F54A1}" presName="sibTrans" presStyleCnt="0"/>
      <dgm:spPr/>
    </dgm:pt>
    <dgm:pt modelId="{9E176FD4-6351-4858-8A4E-399E1F44B4B6}" type="pres">
      <dgm:prSet presAssocID="{21BA8216-2063-442D-9EA4-E2E1012F6521}" presName="compNode" presStyleCnt="0"/>
      <dgm:spPr/>
    </dgm:pt>
    <dgm:pt modelId="{58C08FB9-AC02-46D9-B8BF-E5DFFCD9C5F1}" type="pres">
      <dgm:prSet presAssocID="{21BA8216-2063-442D-9EA4-E2E1012F6521}" presName="bgRect" presStyleLbl="bgShp" presStyleIdx="4" presStyleCnt="6"/>
      <dgm:spPr/>
    </dgm:pt>
    <dgm:pt modelId="{F15AA06C-4288-4F07-9C49-137A06666F65}" type="pres">
      <dgm:prSet presAssocID="{21BA8216-2063-442D-9EA4-E2E1012F6521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E8708802-4F3B-4622-B454-233F91EB0950}" type="pres">
      <dgm:prSet presAssocID="{21BA8216-2063-442D-9EA4-E2E1012F6521}" presName="spaceRect" presStyleCnt="0"/>
      <dgm:spPr/>
    </dgm:pt>
    <dgm:pt modelId="{B7B8A020-44C3-4A0D-A212-436B066FECCE}" type="pres">
      <dgm:prSet presAssocID="{21BA8216-2063-442D-9EA4-E2E1012F6521}" presName="parTx" presStyleLbl="revTx" presStyleIdx="4" presStyleCnt="6">
        <dgm:presLayoutVars>
          <dgm:chMax val="0"/>
          <dgm:chPref val="0"/>
        </dgm:presLayoutVars>
      </dgm:prSet>
      <dgm:spPr/>
    </dgm:pt>
    <dgm:pt modelId="{468B9EEC-B186-468A-BB68-0E8170F5F21F}" type="pres">
      <dgm:prSet presAssocID="{D821CAFA-1BEB-4923-B211-F1D5663CA687}" presName="sibTrans" presStyleCnt="0"/>
      <dgm:spPr/>
    </dgm:pt>
    <dgm:pt modelId="{92EB3DA9-10E0-4CE1-91C3-2BC3FBCCADE4}" type="pres">
      <dgm:prSet presAssocID="{AE840C0F-798B-47AB-8CA0-AC6A92157DE9}" presName="compNode" presStyleCnt="0"/>
      <dgm:spPr/>
    </dgm:pt>
    <dgm:pt modelId="{F9AA85A0-BB69-4F2B-8BB7-F76FBFB3FA6F}" type="pres">
      <dgm:prSet presAssocID="{AE840C0F-798B-47AB-8CA0-AC6A92157DE9}" presName="bgRect" presStyleLbl="bgShp" presStyleIdx="5" presStyleCnt="6"/>
      <dgm:spPr/>
    </dgm:pt>
    <dgm:pt modelId="{32C8A02B-001B-400D-A64C-623F934795B6}" type="pres">
      <dgm:prSet presAssocID="{AE840C0F-798B-47AB-8CA0-AC6A92157DE9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577DD862-1081-44BB-B0F4-99292AA0353A}" type="pres">
      <dgm:prSet presAssocID="{AE840C0F-798B-47AB-8CA0-AC6A92157DE9}" presName="spaceRect" presStyleCnt="0"/>
      <dgm:spPr/>
    </dgm:pt>
    <dgm:pt modelId="{DE8FF7B3-643A-47FB-ABF5-EBDC98843F39}" type="pres">
      <dgm:prSet presAssocID="{AE840C0F-798B-47AB-8CA0-AC6A92157DE9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CD622D0E-7E14-4B93-BC20-A22C894C7408}" type="presOf" srcId="{21BA8216-2063-442D-9EA4-E2E1012F6521}" destId="{B7B8A020-44C3-4A0D-A212-436B066FECCE}" srcOrd="0" destOrd="0" presId="urn:microsoft.com/office/officeart/2018/2/layout/IconVerticalSolidList"/>
    <dgm:cxn modelId="{F6EBD915-D2D9-46DB-9AA7-A28819AA9776}" srcId="{B6FC6B94-3288-44C9-9406-167F0AAF6BC4}" destId="{C40698F2-0266-41E5-BFED-3AC670A5C83F}" srcOrd="2" destOrd="0" parTransId="{F53B224D-41FE-4277-A856-FDF7C8767257}" sibTransId="{29E5506E-1262-4D5D-A88E-90ECFD0D28CD}"/>
    <dgm:cxn modelId="{EEEBCD18-CA19-462C-B44E-F36BDCF4B7EF}" type="presOf" srcId="{FB9FA2ED-AAEB-4A04-A024-EA85651E5992}" destId="{C00E59D8-2A93-4B16-8CBE-1F63A086C77F}" srcOrd="0" destOrd="0" presId="urn:microsoft.com/office/officeart/2018/2/layout/IconVerticalSolidList"/>
    <dgm:cxn modelId="{6608DB64-2807-474A-A52D-9DE4AF86E7B6}" srcId="{B6FC6B94-3288-44C9-9406-167F0AAF6BC4}" destId="{AE840C0F-798B-47AB-8CA0-AC6A92157DE9}" srcOrd="5" destOrd="0" parTransId="{81D986C4-912B-4E8E-99AA-E56F34F69E0B}" sibTransId="{6B5C2B19-A89C-49CC-AD6B-2F416C5EF390}"/>
    <dgm:cxn modelId="{4D39EC68-69E1-460D-9C2A-AC372CA2D59A}" type="presOf" srcId="{C40698F2-0266-41E5-BFED-3AC670A5C83F}" destId="{B59870D2-7AED-4564-9CC9-383062651225}" srcOrd="0" destOrd="0" presId="urn:microsoft.com/office/officeart/2018/2/layout/IconVerticalSolidList"/>
    <dgm:cxn modelId="{D23B5CCD-C22A-4CCE-8474-75F8DCD294A9}" srcId="{B6FC6B94-3288-44C9-9406-167F0AAF6BC4}" destId="{60D50C80-66C6-4033-9737-E0613C5D078F}" srcOrd="1" destOrd="0" parTransId="{94CA0B76-80D3-4069-A887-8E2453D60937}" sibTransId="{B5D75F9D-3A97-4047-B87C-0B41D2B4F7EC}"/>
    <dgm:cxn modelId="{08988BD8-B463-4F78-B6C7-AA92AA0F8E26}" type="presOf" srcId="{B6FC6B94-3288-44C9-9406-167F0AAF6BC4}" destId="{E8E6CC18-24C1-4FBD-8566-09FC78829F64}" srcOrd="0" destOrd="0" presId="urn:microsoft.com/office/officeart/2018/2/layout/IconVerticalSolidList"/>
    <dgm:cxn modelId="{2D9B95E8-E1AF-4B52-96C5-626148168176}" srcId="{B6FC6B94-3288-44C9-9406-167F0AAF6BC4}" destId="{FB9FA2ED-AAEB-4A04-A024-EA85651E5992}" srcOrd="3" destOrd="0" parTransId="{15BD9FA5-4E0C-4603-9B17-13849EDA2CF9}" sibTransId="{4DFEC36C-B863-4862-8DA6-D71E8A8F54A1}"/>
    <dgm:cxn modelId="{616B5CEA-04F4-4BC8-92AA-C649DFE33B61}" type="presOf" srcId="{F837C61D-F33A-4167-AF24-087DD944E88E}" destId="{903FA40B-BFB5-4D03-B2F3-FE019DC43864}" srcOrd="0" destOrd="0" presId="urn:microsoft.com/office/officeart/2018/2/layout/IconVerticalSolidList"/>
    <dgm:cxn modelId="{077814EC-DFAE-4FD3-9E2E-2C397DB8ACF5}" type="presOf" srcId="{AE840C0F-798B-47AB-8CA0-AC6A92157DE9}" destId="{DE8FF7B3-643A-47FB-ABF5-EBDC98843F39}" srcOrd="0" destOrd="0" presId="urn:microsoft.com/office/officeart/2018/2/layout/IconVerticalSolidList"/>
    <dgm:cxn modelId="{40E459EF-99E1-47C9-AAD7-EFE252043A75}" srcId="{B6FC6B94-3288-44C9-9406-167F0AAF6BC4}" destId="{F837C61D-F33A-4167-AF24-087DD944E88E}" srcOrd="0" destOrd="0" parTransId="{5FFBD38E-3E63-46CF-B323-04B8D83797BB}" sibTransId="{E051A8F4-D2BE-4C28-82D9-0E461E8FA3AE}"/>
    <dgm:cxn modelId="{7E1200F8-1CBD-4527-A851-F8DB1CEDE10A}" type="presOf" srcId="{60D50C80-66C6-4033-9737-E0613C5D078F}" destId="{83921524-F922-480D-9D74-C9826FA0065E}" srcOrd="0" destOrd="0" presId="urn:microsoft.com/office/officeart/2018/2/layout/IconVerticalSolidList"/>
    <dgm:cxn modelId="{A98381FB-6878-4CCF-B1DB-5DE6A1C7D327}" srcId="{B6FC6B94-3288-44C9-9406-167F0AAF6BC4}" destId="{21BA8216-2063-442D-9EA4-E2E1012F6521}" srcOrd="4" destOrd="0" parTransId="{97AB93A7-994D-410F-A720-BE877162D6F0}" sibTransId="{D821CAFA-1BEB-4923-B211-F1D5663CA687}"/>
    <dgm:cxn modelId="{D031765C-5001-4FE6-90DD-BD0CF01B9D4D}" type="presParOf" srcId="{E8E6CC18-24C1-4FBD-8566-09FC78829F64}" destId="{E946DEBE-9571-42D9-AF56-7875DDA72FD0}" srcOrd="0" destOrd="0" presId="urn:microsoft.com/office/officeart/2018/2/layout/IconVerticalSolidList"/>
    <dgm:cxn modelId="{4ACC203F-F361-4313-A2FA-BA38CD618F96}" type="presParOf" srcId="{E946DEBE-9571-42D9-AF56-7875DDA72FD0}" destId="{66D3D50B-6233-4D13-A7D4-34D096F42CE1}" srcOrd="0" destOrd="0" presId="urn:microsoft.com/office/officeart/2018/2/layout/IconVerticalSolidList"/>
    <dgm:cxn modelId="{0AC25499-DD95-4783-9524-4AE99C98D953}" type="presParOf" srcId="{E946DEBE-9571-42D9-AF56-7875DDA72FD0}" destId="{1ECF9A98-4286-4624-ACA2-27595B0BF812}" srcOrd="1" destOrd="0" presId="urn:microsoft.com/office/officeart/2018/2/layout/IconVerticalSolidList"/>
    <dgm:cxn modelId="{7F42D5E0-2592-4D97-A730-AC6EB96042DF}" type="presParOf" srcId="{E946DEBE-9571-42D9-AF56-7875DDA72FD0}" destId="{97E96B3A-EDBE-4EE9-B812-CEB49EDDC690}" srcOrd="2" destOrd="0" presId="urn:microsoft.com/office/officeart/2018/2/layout/IconVerticalSolidList"/>
    <dgm:cxn modelId="{83F04AA2-0F35-4274-80F1-88785DCA85A3}" type="presParOf" srcId="{E946DEBE-9571-42D9-AF56-7875DDA72FD0}" destId="{903FA40B-BFB5-4D03-B2F3-FE019DC43864}" srcOrd="3" destOrd="0" presId="urn:microsoft.com/office/officeart/2018/2/layout/IconVerticalSolidList"/>
    <dgm:cxn modelId="{4F7870B0-02B4-4F79-B610-5A2300B494EC}" type="presParOf" srcId="{E8E6CC18-24C1-4FBD-8566-09FC78829F64}" destId="{D9E858B0-0A00-4DD2-8979-EEAE8DB5BF2D}" srcOrd="1" destOrd="0" presId="urn:microsoft.com/office/officeart/2018/2/layout/IconVerticalSolidList"/>
    <dgm:cxn modelId="{8AA3F19C-5A3C-4274-A88B-07B417EE7992}" type="presParOf" srcId="{E8E6CC18-24C1-4FBD-8566-09FC78829F64}" destId="{8239E594-1E44-4E72-981A-012740B24CD4}" srcOrd="2" destOrd="0" presId="urn:microsoft.com/office/officeart/2018/2/layout/IconVerticalSolidList"/>
    <dgm:cxn modelId="{CD036BA9-4BB6-4E9D-8E2B-122292CC49D6}" type="presParOf" srcId="{8239E594-1E44-4E72-981A-012740B24CD4}" destId="{E95DCB8D-55A7-4A98-8D91-C18C1982D330}" srcOrd="0" destOrd="0" presId="urn:microsoft.com/office/officeart/2018/2/layout/IconVerticalSolidList"/>
    <dgm:cxn modelId="{B72E0B04-1210-4621-81A9-319664EEA2A6}" type="presParOf" srcId="{8239E594-1E44-4E72-981A-012740B24CD4}" destId="{65799F2B-CE32-41CC-AD87-7B494D85BE14}" srcOrd="1" destOrd="0" presId="urn:microsoft.com/office/officeart/2018/2/layout/IconVerticalSolidList"/>
    <dgm:cxn modelId="{8DFDBFC6-2115-44FD-B2D6-68B69F5F3479}" type="presParOf" srcId="{8239E594-1E44-4E72-981A-012740B24CD4}" destId="{346B6D0F-A11C-4BC0-B7F5-37961E8B082A}" srcOrd="2" destOrd="0" presId="urn:microsoft.com/office/officeart/2018/2/layout/IconVerticalSolidList"/>
    <dgm:cxn modelId="{EEAF660E-1A52-47B9-8367-D419DBE04489}" type="presParOf" srcId="{8239E594-1E44-4E72-981A-012740B24CD4}" destId="{83921524-F922-480D-9D74-C9826FA0065E}" srcOrd="3" destOrd="0" presId="urn:microsoft.com/office/officeart/2018/2/layout/IconVerticalSolidList"/>
    <dgm:cxn modelId="{31734403-29C1-410D-B954-DB27F0166AA4}" type="presParOf" srcId="{E8E6CC18-24C1-4FBD-8566-09FC78829F64}" destId="{34C60DC5-DE5F-4CA0-A275-EBE794B9D313}" srcOrd="3" destOrd="0" presId="urn:microsoft.com/office/officeart/2018/2/layout/IconVerticalSolidList"/>
    <dgm:cxn modelId="{D06940BD-3179-464E-81C5-57920A5D48DA}" type="presParOf" srcId="{E8E6CC18-24C1-4FBD-8566-09FC78829F64}" destId="{CF7C1CEF-6E9E-4A48-A373-81FBFB3CFC98}" srcOrd="4" destOrd="0" presId="urn:microsoft.com/office/officeart/2018/2/layout/IconVerticalSolidList"/>
    <dgm:cxn modelId="{94D8469E-BCCD-45F9-91BC-B21669164566}" type="presParOf" srcId="{CF7C1CEF-6E9E-4A48-A373-81FBFB3CFC98}" destId="{57F20E23-3DE7-4087-82B5-A7AEDC69F2DA}" srcOrd="0" destOrd="0" presId="urn:microsoft.com/office/officeart/2018/2/layout/IconVerticalSolidList"/>
    <dgm:cxn modelId="{2A38D9F8-E04F-4201-BE4A-45E97A4263DF}" type="presParOf" srcId="{CF7C1CEF-6E9E-4A48-A373-81FBFB3CFC98}" destId="{87A714B8-DCBB-455C-8380-A352FEF00B4E}" srcOrd="1" destOrd="0" presId="urn:microsoft.com/office/officeart/2018/2/layout/IconVerticalSolidList"/>
    <dgm:cxn modelId="{44AADE42-6EDC-4478-B7DD-3958DF53F736}" type="presParOf" srcId="{CF7C1CEF-6E9E-4A48-A373-81FBFB3CFC98}" destId="{931711AF-BD3A-4976-9D54-B5D9D9F0F9FA}" srcOrd="2" destOrd="0" presId="urn:microsoft.com/office/officeart/2018/2/layout/IconVerticalSolidList"/>
    <dgm:cxn modelId="{B9285FB1-1D06-45D3-BD9D-E8D9BF56A490}" type="presParOf" srcId="{CF7C1CEF-6E9E-4A48-A373-81FBFB3CFC98}" destId="{B59870D2-7AED-4564-9CC9-383062651225}" srcOrd="3" destOrd="0" presId="urn:microsoft.com/office/officeart/2018/2/layout/IconVerticalSolidList"/>
    <dgm:cxn modelId="{76EE3672-2471-4D46-8837-2888C914B10E}" type="presParOf" srcId="{E8E6CC18-24C1-4FBD-8566-09FC78829F64}" destId="{A679AB0B-0DE3-430F-9483-01C13B23D205}" srcOrd="5" destOrd="0" presId="urn:microsoft.com/office/officeart/2018/2/layout/IconVerticalSolidList"/>
    <dgm:cxn modelId="{3D5AF006-4E0F-4D94-BD49-21EBE3A4DA62}" type="presParOf" srcId="{E8E6CC18-24C1-4FBD-8566-09FC78829F64}" destId="{74D50D35-5BE4-47BA-9019-29EB0CFAE496}" srcOrd="6" destOrd="0" presId="urn:microsoft.com/office/officeart/2018/2/layout/IconVerticalSolidList"/>
    <dgm:cxn modelId="{741DCB4A-5CB0-45CD-8727-2DCDED20CFD6}" type="presParOf" srcId="{74D50D35-5BE4-47BA-9019-29EB0CFAE496}" destId="{19ACFC8C-2240-49DC-BD46-D5A3C02E2DA8}" srcOrd="0" destOrd="0" presId="urn:microsoft.com/office/officeart/2018/2/layout/IconVerticalSolidList"/>
    <dgm:cxn modelId="{8AE6B00D-8D11-47FF-8529-BD2FB5CC846B}" type="presParOf" srcId="{74D50D35-5BE4-47BA-9019-29EB0CFAE496}" destId="{2C5DDC80-4A05-43CB-81DE-79131E507575}" srcOrd="1" destOrd="0" presId="urn:microsoft.com/office/officeart/2018/2/layout/IconVerticalSolidList"/>
    <dgm:cxn modelId="{D98AAC64-5BB9-4E36-8521-91810D48943F}" type="presParOf" srcId="{74D50D35-5BE4-47BA-9019-29EB0CFAE496}" destId="{08D08124-702E-463F-8DEA-A00798D21791}" srcOrd="2" destOrd="0" presId="urn:microsoft.com/office/officeart/2018/2/layout/IconVerticalSolidList"/>
    <dgm:cxn modelId="{3ECFA9C7-B99B-4BC7-A659-C5C173B18E44}" type="presParOf" srcId="{74D50D35-5BE4-47BA-9019-29EB0CFAE496}" destId="{C00E59D8-2A93-4B16-8CBE-1F63A086C77F}" srcOrd="3" destOrd="0" presId="urn:microsoft.com/office/officeart/2018/2/layout/IconVerticalSolidList"/>
    <dgm:cxn modelId="{885C2530-1858-4AF1-8615-72C186E49BB9}" type="presParOf" srcId="{E8E6CC18-24C1-4FBD-8566-09FC78829F64}" destId="{9586A836-6971-4747-AF2B-9A5513FFF0F4}" srcOrd="7" destOrd="0" presId="urn:microsoft.com/office/officeart/2018/2/layout/IconVerticalSolidList"/>
    <dgm:cxn modelId="{9CB8936E-F171-4822-9C92-EBEAF4D9E07B}" type="presParOf" srcId="{E8E6CC18-24C1-4FBD-8566-09FC78829F64}" destId="{9E176FD4-6351-4858-8A4E-399E1F44B4B6}" srcOrd="8" destOrd="0" presId="urn:microsoft.com/office/officeart/2018/2/layout/IconVerticalSolidList"/>
    <dgm:cxn modelId="{EE9FD1E3-E540-4F10-8CC2-C3C4A942DE4C}" type="presParOf" srcId="{9E176FD4-6351-4858-8A4E-399E1F44B4B6}" destId="{58C08FB9-AC02-46D9-B8BF-E5DFFCD9C5F1}" srcOrd="0" destOrd="0" presId="urn:microsoft.com/office/officeart/2018/2/layout/IconVerticalSolidList"/>
    <dgm:cxn modelId="{14976F45-F120-4877-BAA3-4F19AFA99906}" type="presParOf" srcId="{9E176FD4-6351-4858-8A4E-399E1F44B4B6}" destId="{F15AA06C-4288-4F07-9C49-137A06666F65}" srcOrd="1" destOrd="0" presId="urn:microsoft.com/office/officeart/2018/2/layout/IconVerticalSolidList"/>
    <dgm:cxn modelId="{F9BB211A-D1D8-4DF5-B6FC-8E9A194B173A}" type="presParOf" srcId="{9E176FD4-6351-4858-8A4E-399E1F44B4B6}" destId="{E8708802-4F3B-4622-B454-233F91EB0950}" srcOrd="2" destOrd="0" presId="urn:microsoft.com/office/officeart/2018/2/layout/IconVerticalSolidList"/>
    <dgm:cxn modelId="{4ADFA1CB-3B13-4CC9-B817-12B57B91187A}" type="presParOf" srcId="{9E176FD4-6351-4858-8A4E-399E1F44B4B6}" destId="{B7B8A020-44C3-4A0D-A212-436B066FECCE}" srcOrd="3" destOrd="0" presId="urn:microsoft.com/office/officeart/2018/2/layout/IconVerticalSolidList"/>
    <dgm:cxn modelId="{F0AA875A-182A-43E1-AC33-8C09751FB4EF}" type="presParOf" srcId="{E8E6CC18-24C1-4FBD-8566-09FC78829F64}" destId="{468B9EEC-B186-468A-BB68-0E8170F5F21F}" srcOrd="9" destOrd="0" presId="urn:microsoft.com/office/officeart/2018/2/layout/IconVerticalSolidList"/>
    <dgm:cxn modelId="{25C13450-90D9-4FE0-BE50-59BC709A1ACE}" type="presParOf" srcId="{E8E6CC18-24C1-4FBD-8566-09FC78829F64}" destId="{92EB3DA9-10E0-4CE1-91C3-2BC3FBCCADE4}" srcOrd="10" destOrd="0" presId="urn:microsoft.com/office/officeart/2018/2/layout/IconVerticalSolidList"/>
    <dgm:cxn modelId="{08D4FFDC-FB5D-47EF-981C-C2462FF8D882}" type="presParOf" srcId="{92EB3DA9-10E0-4CE1-91C3-2BC3FBCCADE4}" destId="{F9AA85A0-BB69-4F2B-8BB7-F76FBFB3FA6F}" srcOrd="0" destOrd="0" presId="urn:microsoft.com/office/officeart/2018/2/layout/IconVerticalSolidList"/>
    <dgm:cxn modelId="{7761B01A-541F-4773-A905-A35784E266F0}" type="presParOf" srcId="{92EB3DA9-10E0-4CE1-91C3-2BC3FBCCADE4}" destId="{32C8A02B-001B-400D-A64C-623F934795B6}" srcOrd="1" destOrd="0" presId="urn:microsoft.com/office/officeart/2018/2/layout/IconVerticalSolidList"/>
    <dgm:cxn modelId="{61FACC56-2A61-4B73-9F36-134527D1AD96}" type="presParOf" srcId="{92EB3DA9-10E0-4CE1-91C3-2BC3FBCCADE4}" destId="{577DD862-1081-44BB-B0F4-99292AA0353A}" srcOrd="2" destOrd="0" presId="urn:microsoft.com/office/officeart/2018/2/layout/IconVerticalSolidList"/>
    <dgm:cxn modelId="{1618EE12-8682-4001-BFD0-26CF3D1B3F83}" type="presParOf" srcId="{92EB3DA9-10E0-4CE1-91C3-2BC3FBCCADE4}" destId="{DE8FF7B3-643A-47FB-ABF5-EBDC98843F3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676547B-D782-4F4A-A8EA-CE0D2953F026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2AA1C6EE-8798-4853-B950-82328AB46CCE}">
      <dgm:prSet/>
      <dgm:spPr/>
      <dgm:t>
        <a:bodyPr/>
        <a:lstStyle/>
        <a:p>
          <a:pPr rtl="0"/>
          <a:r>
            <a:rPr lang="en-US"/>
            <a:t>TypeScript</a:t>
          </a:r>
          <a:r>
            <a:rPr lang="en-US">
              <a:latin typeface="Trebuchet MS" panose="020B0603020202020204"/>
            </a:rPr>
            <a:t> - </a:t>
          </a:r>
          <a:r>
            <a:rPr lang="en-US"/>
            <a:t>strongly typed JavaScript</a:t>
          </a:r>
          <a:endParaRPr lang="en-US">
            <a:latin typeface="Trebuchet MS" panose="020B0603020202020204"/>
          </a:endParaRPr>
        </a:p>
      </dgm:t>
    </dgm:pt>
    <dgm:pt modelId="{E29337D9-32AD-4F4C-BEFF-3E273CDF2F70}" type="parTrans" cxnId="{7619C905-358F-4C87-9EF8-2C1BD75421AA}">
      <dgm:prSet/>
      <dgm:spPr/>
      <dgm:t>
        <a:bodyPr/>
        <a:lstStyle/>
        <a:p>
          <a:endParaRPr lang="en-US"/>
        </a:p>
      </dgm:t>
    </dgm:pt>
    <dgm:pt modelId="{BD45BF53-79B4-4235-BFA6-5580097987D0}" type="sibTrans" cxnId="{7619C905-358F-4C87-9EF8-2C1BD75421AA}">
      <dgm:prSet/>
      <dgm:spPr/>
      <dgm:t>
        <a:bodyPr/>
        <a:lstStyle/>
        <a:p>
          <a:endParaRPr lang="en-US"/>
        </a:p>
      </dgm:t>
    </dgm:pt>
    <dgm:pt modelId="{31811473-BC2B-4595-B43E-446D0578D0D1}">
      <dgm:prSet/>
      <dgm:spPr/>
      <dgm:t>
        <a:bodyPr/>
        <a:lstStyle/>
        <a:p>
          <a:pPr rtl="0"/>
          <a:r>
            <a:rPr lang="en-US" dirty="0" err="1"/>
            <a:t>XState</a:t>
          </a:r>
          <a:r>
            <a:rPr lang="en-US" dirty="0"/>
            <a:t> v5 </a:t>
          </a:r>
          <a:r>
            <a:rPr lang="en-US" dirty="0">
              <a:latin typeface="Trebuchet MS" panose="020B0603020202020204"/>
            </a:rPr>
            <a:t>-  </a:t>
          </a:r>
          <a:r>
            <a:rPr lang="en-US" dirty="0"/>
            <a:t>state machine / dialogue manager</a:t>
          </a:r>
        </a:p>
      </dgm:t>
    </dgm:pt>
    <dgm:pt modelId="{0E08E88F-F6F5-4D49-800C-D1C992C9BFFF}" type="parTrans" cxnId="{900D295C-E82B-4926-BB98-526DCF1AFE3A}">
      <dgm:prSet/>
      <dgm:spPr/>
      <dgm:t>
        <a:bodyPr/>
        <a:lstStyle/>
        <a:p>
          <a:endParaRPr lang="en-US"/>
        </a:p>
      </dgm:t>
    </dgm:pt>
    <dgm:pt modelId="{6539E675-3320-498E-A6FA-270B4ABBC9EA}" type="sibTrans" cxnId="{900D295C-E82B-4926-BB98-526DCF1AFE3A}">
      <dgm:prSet/>
      <dgm:spPr/>
      <dgm:t>
        <a:bodyPr/>
        <a:lstStyle/>
        <a:p>
          <a:endParaRPr lang="en-US"/>
        </a:p>
      </dgm:t>
    </dgm:pt>
    <dgm:pt modelId="{95DCEB40-71CE-404E-875B-651A228536DB}">
      <dgm:prSet/>
      <dgm:spPr/>
      <dgm:t>
        <a:bodyPr/>
        <a:lstStyle/>
        <a:p>
          <a:pPr rtl="0"/>
          <a:r>
            <a:rPr lang="en-US" dirty="0"/>
            <a:t> </a:t>
          </a:r>
          <a:r>
            <a:rPr lang="en-US" dirty="0" err="1"/>
            <a:t>SpeechState</a:t>
          </a:r>
          <a:r>
            <a:rPr lang="en-US" dirty="0"/>
            <a:t> v2.15</a:t>
          </a:r>
          <a:r>
            <a:rPr lang="en-US" dirty="0">
              <a:latin typeface="Trebuchet MS" panose="020B0603020202020204"/>
            </a:rPr>
            <a:t> -</a:t>
          </a:r>
          <a:r>
            <a:rPr lang="en-US" dirty="0"/>
            <a:t> </a:t>
          </a:r>
          <a:r>
            <a:rPr lang="en-US" dirty="0">
              <a:latin typeface="Trebuchet MS" panose="020B0603020202020204"/>
            </a:rPr>
            <a:t> </a:t>
          </a:r>
          <a:r>
            <a:rPr lang="en-US" dirty="0"/>
            <a:t>speech integration library</a:t>
          </a:r>
        </a:p>
      </dgm:t>
    </dgm:pt>
    <dgm:pt modelId="{ABBC5BBE-CD10-4313-9AB9-541E3DF820A2}" type="parTrans" cxnId="{9FCBD789-D09D-4CAB-AFDE-5B71CD9FF47F}">
      <dgm:prSet/>
      <dgm:spPr/>
      <dgm:t>
        <a:bodyPr/>
        <a:lstStyle/>
        <a:p>
          <a:endParaRPr lang="en-US"/>
        </a:p>
      </dgm:t>
    </dgm:pt>
    <dgm:pt modelId="{1C28F658-0ACA-418C-B263-A86EB7390816}" type="sibTrans" cxnId="{9FCBD789-D09D-4CAB-AFDE-5B71CD9FF47F}">
      <dgm:prSet/>
      <dgm:spPr/>
      <dgm:t>
        <a:bodyPr/>
        <a:lstStyle/>
        <a:p>
          <a:endParaRPr lang="en-US"/>
        </a:p>
      </dgm:t>
    </dgm:pt>
    <dgm:pt modelId="{0B700AFC-E122-4DD6-BC82-4C97632397C8}">
      <dgm:prSet/>
      <dgm:spPr/>
      <dgm:t>
        <a:bodyPr/>
        <a:lstStyle/>
        <a:p>
          <a:pPr rtl="0"/>
          <a:r>
            <a:rPr lang="en-US"/>
            <a:t>Vite </a:t>
          </a:r>
          <a:r>
            <a:rPr lang="en-US">
              <a:latin typeface="Trebuchet MS" panose="020B0603020202020204"/>
            </a:rPr>
            <a:t>v8 - build</a:t>
          </a:r>
          <a:r>
            <a:rPr lang="en-US"/>
            <a:t> tool and dev server</a:t>
          </a:r>
        </a:p>
      </dgm:t>
    </dgm:pt>
    <dgm:pt modelId="{0F0BB4EA-D811-4AF8-B604-EBA2F1F77169}" type="parTrans" cxnId="{DDCD835B-8CF4-490D-9B3A-9399EC6840FC}">
      <dgm:prSet/>
      <dgm:spPr/>
      <dgm:t>
        <a:bodyPr/>
        <a:lstStyle/>
        <a:p>
          <a:endParaRPr lang="en-US"/>
        </a:p>
      </dgm:t>
    </dgm:pt>
    <dgm:pt modelId="{5EE0298C-A85B-4DCE-87E1-A339475CE4B2}" type="sibTrans" cxnId="{DDCD835B-8CF4-490D-9B3A-9399EC6840FC}">
      <dgm:prSet/>
      <dgm:spPr/>
      <dgm:t>
        <a:bodyPr/>
        <a:lstStyle/>
        <a:p>
          <a:endParaRPr lang="en-US"/>
        </a:p>
      </dgm:t>
    </dgm:pt>
    <dgm:pt modelId="{A6CEB1C6-6366-4142-A21E-9D52EEB2897E}" type="pres">
      <dgm:prSet presAssocID="{B676547B-D782-4F4A-A8EA-CE0D2953F026}" presName="vert0" presStyleCnt="0">
        <dgm:presLayoutVars>
          <dgm:dir/>
          <dgm:animOne val="branch"/>
          <dgm:animLvl val="lvl"/>
        </dgm:presLayoutVars>
      </dgm:prSet>
      <dgm:spPr/>
    </dgm:pt>
    <dgm:pt modelId="{A70EE032-4E1D-4E1D-9DAF-FBA97AF9C75B}" type="pres">
      <dgm:prSet presAssocID="{2AA1C6EE-8798-4853-B950-82328AB46CCE}" presName="thickLine" presStyleLbl="alignNode1" presStyleIdx="0" presStyleCnt="4"/>
      <dgm:spPr/>
    </dgm:pt>
    <dgm:pt modelId="{6ABAF40B-C9AF-4C78-A1F2-CBCB7236DEB1}" type="pres">
      <dgm:prSet presAssocID="{2AA1C6EE-8798-4853-B950-82328AB46CCE}" presName="horz1" presStyleCnt="0"/>
      <dgm:spPr/>
    </dgm:pt>
    <dgm:pt modelId="{3E9B74E2-00AA-46E1-A888-1867FEB83D5E}" type="pres">
      <dgm:prSet presAssocID="{2AA1C6EE-8798-4853-B950-82328AB46CCE}" presName="tx1" presStyleLbl="revTx" presStyleIdx="0" presStyleCnt="4"/>
      <dgm:spPr/>
    </dgm:pt>
    <dgm:pt modelId="{BC81108F-6734-4F28-9422-669CCB6B506B}" type="pres">
      <dgm:prSet presAssocID="{2AA1C6EE-8798-4853-B950-82328AB46CCE}" presName="vert1" presStyleCnt="0"/>
      <dgm:spPr/>
    </dgm:pt>
    <dgm:pt modelId="{2ED8C864-C059-4A6C-97F5-0648F326D7B5}" type="pres">
      <dgm:prSet presAssocID="{31811473-BC2B-4595-B43E-446D0578D0D1}" presName="thickLine" presStyleLbl="alignNode1" presStyleIdx="1" presStyleCnt="4"/>
      <dgm:spPr/>
    </dgm:pt>
    <dgm:pt modelId="{F58239C7-FA47-4BC6-AB04-9CC3894FF034}" type="pres">
      <dgm:prSet presAssocID="{31811473-BC2B-4595-B43E-446D0578D0D1}" presName="horz1" presStyleCnt="0"/>
      <dgm:spPr/>
    </dgm:pt>
    <dgm:pt modelId="{D7F55269-B51C-463E-8E12-9521D204F47E}" type="pres">
      <dgm:prSet presAssocID="{31811473-BC2B-4595-B43E-446D0578D0D1}" presName="tx1" presStyleLbl="revTx" presStyleIdx="1" presStyleCnt="4"/>
      <dgm:spPr/>
    </dgm:pt>
    <dgm:pt modelId="{4037DC48-BD19-407E-ACD3-00300402ADC8}" type="pres">
      <dgm:prSet presAssocID="{31811473-BC2B-4595-B43E-446D0578D0D1}" presName="vert1" presStyleCnt="0"/>
      <dgm:spPr/>
    </dgm:pt>
    <dgm:pt modelId="{BF72DED7-AAB1-45CD-8857-8F13888368FD}" type="pres">
      <dgm:prSet presAssocID="{95DCEB40-71CE-404E-875B-651A228536DB}" presName="thickLine" presStyleLbl="alignNode1" presStyleIdx="2" presStyleCnt="4"/>
      <dgm:spPr/>
    </dgm:pt>
    <dgm:pt modelId="{A05EC523-5405-4267-AE92-C2E9D3484CFC}" type="pres">
      <dgm:prSet presAssocID="{95DCEB40-71CE-404E-875B-651A228536DB}" presName="horz1" presStyleCnt="0"/>
      <dgm:spPr/>
    </dgm:pt>
    <dgm:pt modelId="{E2C5AC43-BE80-4A49-9584-014BA5C4F608}" type="pres">
      <dgm:prSet presAssocID="{95DCEB40-71CE-404E-875B-651A228536DB}" presName="tx1" presStyleLbl="revTx" presStyleIdx="2" presStyleCnt="4"/>
      <dgm:spPr/>
    </dgm:pt>
    <dgm:pt modelId="{EFCED7B6-F874-4C50-A12E-C916B605A3F3}" type="pres">
      <dgm:prSet presAssocID="{95DCEB40-71CE-404E-875B-651A228536DB}" presName="vert1" presStyleCnt="0"/>
      <dgm:spPr/>
    </dgm:pt>
    <dgm:pt modelId="{8AE4B460-10EF-402E-A4DE-B33CC1994DFC}" type="pres">
      <dgm:prSet presAssocID="{0B700AFC-E122-4DD6-BC82-4C97632397C8}" presName="thickLine" presStyleLbl="alignNode1" presStyleIdx="3" presStyleCnt="4"/>
      <dgm:spPr/>
    </dgm:pt>
    <dgm:pt modelId="{6EA04F51-9CF0-4319-8753-758BD0532A78}" type="pres">
      <dgm:prSet presAssocID="{0B700AFC-E122-4DD6-BC82-4C97632397C8}" presName="horz1" presStyleCnt="0"/>
      <dgm:spPr/>
    </dgm:pt>
    <dgm:pt modelId="{AE9F5202-3920-4ACA-8658-70FF32458CE7}" type="pres">
      <dgm:prSet presAssocID="{0B700AFC-E122-4DD6-BC82-4C97632397C8}" presName="tx1" presStyleLbl="revTx" presStyleIdx="3" presStyleCnt="4"/>
      <dgm:spPr/>
    </dgm:pt>
    <dgm:pt modelId="{849F18F9-126A-401F-8BC1-B55D3B8243E0}" type="pres">
      <dgm:prSet presAssocID="{0B700AFC-E122-4DD6-BC82-4C97632397C8}" presName="vert1" presStyleCnt="0"/>
      <dgm:spPr/>
    </dgm:pt>
  </dgm:ptLst>
  <dgm:cxnLst>
    <dgm:cxn modelId="{7619C905-358F-4C87-9EF8-2C1BD75421AA}" srcId="{B676547B-D782-4F4A-A8EA-CE0D2953F026}" destId="{2AA1C6EE-8798-4853-B950-82328AB46CCE}" srcOrd="0" destOrd="0" parTransId="{E29337D9-32AD-4F4C-BEFF-3E273CDF2F70}" sibTransId="{BD45BF53-79B4-4235-BFA6-5580097987D0}"/>
    <dgm:cxn modelId="{FEDFCC42-B856-4883-B1F2-5E8CE2595F4C}" type="presOf" srcId="{0B700AFC-E122-4DD6-BC82-4C97632397C8}" destId="{AE9F5202-3920-4ACA-8658-70FF32458CE7}" srcOrd="0" destOrd="0" presId="urn:microsoft.com/office/officeart/2008/layout/LinedList"/>
    <dgm:cxn modelId="{06B9C948-F026-437B-A748-AAB0D8687A4F}" type="presOf" srcId="{2AA1C6EE-8798-4853-B950-82328AB46CCE}" destId="{3E9B74E2-00AA-46E1-A888-1867FEB83D5E}" srcOrd="0" destOrd="0" presId="urn:microsoft.com/office/officeart/2008/layout/LinedList"/>
    <dgm:cxn modelId="{51D10B4D-D61D-408F-8935-E6BBD1748095}" type="presOf" srcId="{95DCEB40-71CE-404E-875B-651A228536DB}" destId="{E2C5AC43-BE80-4A49-9584-014BA5C4F608}" srcOrd="0" destOrd="0" presId="urn:microsoft.com/office/officeart/2008/layout/LinedList"/>
    <dgm:cxn modelId="{DDCD835B-8CF4-490D-9B3A-9399EC6840FC}" srcId="{B676547B-D782-4F4A-A8EA-CE0D2953F026}" destId="{0B700AFC-E122-4DD6-BC82-4C97632397C8}" srcOrd="3" destOrd="0" parTransId="{0F0BB4EA-D811-4AF8-B604-EBA2F1F77169}" sibTransId="{5EE0298C-A85B-4DCE-87E1-A339475CE4B2}"/>
    <dgm:cxn modelId="{900D295C-E82B-4926-BB98-526DCF1AFE3A}" srcId="{B676547B-D782-4F4A-A8EA-CE0D2953F026}" destId="{31811473-BC2B-4595-B43E-446D0578D0D1}" srcOrd="1" destOrd="0" parTransId="{0E08E88F-F6F5-4D49-800C-D1C992C9BFFF}" sibTransId="{6539E675-3320-498E-A6FA-270B4ABBC9EA}"/>
    <dgm:cxn modelId="{9FCBD789-D09D-4CAB-AFDE-5B71CD9FF47F}" srcId="{B676547B-D782-4F4A-A8EA-CE0D2953F026}" destId="{95DCEB40-71CE-404E-875B-651A228536DB}" srcOrd="2" destOrd="0" parTransId="{ABBC5BBE-CD10-4313-9AB9-541E3DF820A2}" sibTransId="{1C28F658-0ACA-418C-B263-A86EB7390816}"/>
    <dgm:cxn modelId="{BFAA599E-7EBA-483F-AEA3-1450943519E7}" type="presOf" srcId="{31811473-BC2B-4595-B43E-446D0578D0D1}" destId="{D7F55269-B51C-463E-8E12-9521D204F47E}" srcOrd="0" destOrd="0" presId="urn:microsoft.com/office/officeart/2008/layout/LinedList"/>
    <dgm:cxn modelId="{99E34EFB-8BAF-44C7-8902-0781906A82B2}" type="presOf" srcId="{B676547B-D782-4F4A-A8EA-CE0D2953F026}" destId="{A6CEB1C6-6366-4142-A21E-9D52EEB2897E}" srcOrd="0" destOrd="0" presId="urn:microsoft.com/office/officeart/2008/layout/LinedList"/>
    <dgm:cxn modelId="{B25C6830-CE7F-47FB-8622-17D92F25071F}" type="presParOf" srcId="{A6CEB1C6-6366-4142-A21E-9D52EEB2897E}" destId="{A70EE032-4E1D-4E1D-9DAF-FBA97AF9C75B}" srcOrd="0" destOrd="0" presId="urn:microsoft.com/office/officeart/2008/layout/LinedList"/>
    <dgm:cxn modelId="{A5A0E144-0B38-4281-A515-A87416A6160C}" type="presParOf" srcId="{A6CEB1C6-6366-4142-A21E-9D52EEB2897E}" destId="{6ABAF40B-C9AF-4C78-A1F2-CBCB7236DEB1}" srcOrd="1" destOrd="0" presId="urn:microsoft.com/office/officeart/2008/layout/LinedList"/>
    <dgm:cxn modelId="{0B547502-C81A-490E-84C8-143B11D8FBC3}" type="presParOf" srcId="{6ABAF40B-C9AF-4C78-A1F2-CBCB7236DEB1}" destId="{3E9B74E2-00AA-46E1-A888-1867FEB83D5E}" srcOrd="0" destOrd="0" presId="urn:microsoft.com/office/officeart/2008/layout/LinedList"/>
    <dgm:cxn modelId="{588D5B3C-591A-462B-855D-AFD85E250751}" type="presParOf" srcId="{6ABAF40B-C9AF-4C78-A1F2-CBCB7236DEB1}" destId="{BC81108F-6734-4F28-9422-669CCB6B506B}" srcOrd="1" destOrd="0" presId="urn:microsoft.com/office/officeart/2008/layout/LinedList"/>
    <dgm:cxn modelId="{66300503-35AC-436A-A773-016EC97D0E0A}" type="presParOf" srcId="{A6CEB1C6-6366-4142-A21E-9D52EEB2897E}" destId="{2ED8C864-C059-4A6C-97F5-0648F326D7B5}" srcOrd="2" destOrd="0" presId="urn:microsoft.com/office/officeart/2008/layout/LinedList"/>
    <dgm:cxn modelId="{87C515DE-D2D2-46A8-AD71-7E702E0DD2C3}" type="presParOf" srcId="{A6CEB1C6-6366-4142-A21E-9D52EEB2897E}" destId="{F58239C7-FA47-4BC6-AB04-9CC3894FF034}" srcOrd="3" destOrd="0" presId="urn:microsoft.com/office/officeart/2008/layout/LinedList"/>
    <dgm:cxn modelId="{8D70F83D-54FE-44B5-9126-54C395F2913A}" type="presParOf" srcId="{F58239C7-FA47-4BC6-AB04-9CC3894FF034}" destId="{D7F55269-B51C-463E-8E12-9521D204F47E}" srcOrd="0" destOrd="0" presId="urn:microsoft.com/office/officeart/2008/layout/LinedList"/>
    <dgm:cxn modelId="{3B068F4A-4300-4753-BCC3-6AD83FDEF86B}" type="presParOf" srcId="{F58239C7-FA47-4BC6-AB04-9CC3894FF034}" destId="{4037DC48-BD19-407E-ACD3-00300402ADC8}" srcOrd="1" destOrd="0" presId="urn:microsoft.com/office/officeart/2008/layout/LinedList"/>
    <dgm:cxn modelId="{5FB1FC73-591B-4368-8972-82D24DE7F026}" type="presParOf" srcId="{A6CEB1C6-6366-4142-A21E-9D52EEB2897E}" destId="{BF72DED7-AAB1-45CD-8857-8F13888368FD}" srcOrd="4" destOrd="0" presId="urn:microsoft.com/office/officeart/2008/layout/LinedList"/>
    <dgm:cxn modelId="{CE68D4FD-0E73-4393-AE5A-39BB1BDF730A}" type="presParOf" srcId="{A6CEB1C6-6366-4142-A21E-9D52EEB2897E}" destId="{A05EC523-5405-4267-AE92-C2E9D3484CFC}" srcOrd="5" destOrd="0" presId="urn:microsoft.com/office/officeart/2008/layout/LinedList"/>
    <dgm:cxn modelId="{706DE675-E440-4DE0-B3E8-ECB99CD879B3}" type="presParOf" srcId="{A05EC523-5405-4267-AE92-C2E9D3484CFC}" destId="{E2C5AC43-BE80-4A49-9584-014BA5C4F608}" srcOrd="0" destOrd="0" presId="urn:microsoft.com/office/officeart/2008/layout/LinedList"/>
    <dgm:cxn modelId="{A1423155-CEE4-4A3E-A6BB-7E8C296A8722}" type="presParOf" srcId="{A05EC523-5405-4267-AE92-C2E9D3484CFC}" destId="{EFCED7B6-F874-4C50-A12E-C916B605A3F3}" srcOrd="1" destOrd="0" presId="urn:microsoft.com/office/officeart/2008/layout/LinedList"/>
    <dgm:cxn modelId="{10CB4448-5FC5-4EEF-A6A3-69B9FEBDDDB3}" type="presParOf" srcId="{A6CEB1C6-6366-4142-A21E-9D52EEB2897E}" destId="{8AE4B460-10EF-402E-A4DE-B33CC1994DFC}" srcOrd="6" destOrd="0" presId="urn:microsoft.com/office/officeart/2008/layout/LinedList"/>
    <dgm:cxn modelId="{E3920009-B748-4936-AA25-E121D3800DC0}" type="presParOf" srcId="{A6CEB1C6-6366-4142-A21E-9D52EEB2897E}" destId="{6EA04F51-9CF0-4319-8753-758BD0532A78}" srcOrd="7" destOrd="0" presId="urn:microsoft.com/office/officeart/2008/layout/LinedList"/>
    <dgm:cxn modelId="{80035B67-49CE-4F45-8921-0B533D50929B}" type="presParOf" srcId="{6EA04F51-9CF0-4319-8753-758BD0532A78}" destId="{AE9F5202-3920-4ACA-8658-70FF32458CE7}" srcOrd="0" destOrd="0" presId="urn:microsoft.com/office/officeart/2008/layout/LinedList"/>
    <dgm:cxn modelId="{A3E104E9-F7B1-4786-8947-5015520A167E}" type="presParOf" srcId="{6EA04F51-9CF0-4319-8753-758BD0532A78}" destId="{849F18F9-126A-401F-8BC1-B55D3B8243E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420C997-2B95-4731-B0D1-35894844EF02}" type="doc">
      <dgm:prSet loTypeId="urn:microsoft.com/office/officeart/2018/2/layout/IconVerticalSolidList" loCatId="icon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703C8817-311F-497B-A37D-872FFCFC5B9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Web Speech API      — browser standard for microphone access</a:t>
          </a:r>
        </a:p>
      </dgm:t>
    </dgm:pt>
    <dgm:pt modelId="{E74EE11E-E4AC-40A7-A0C6-A6B6B55F1BF4}" type="parTrans" cxnId="{A1DCC28D-9E56-4FE3-B66A-63BFFFE38686}">
      <dgm:prSet/>
      <dgm:spPr/>
      <dgm:t>
        <a:bodyPr/>
        <a:lstStyle/>
        <a:p>
          <a:endParaRPr lang="en-US"/>
        </a:p>
      </dgm:t>
    </dgm:pt>
    <dgm:pt modelId="{D5013F09-26B8-45F6-9346-5766DBF24B5E}" type="sibTrans" cxnId="{A1DCC28D-9E56-4FE3-B66A-63BFFFE38686}">
      <dgm:prSet/>
      <dgm:spPr/>
      <dgm:t>
        <a:bodyPr/>
        <a:lstStyle/>
        <a:p>
          <a:endParaRPr lang="en-US"/>
        </a:p>
      </dgm:t>
    </dgm:pt>
    <dgm:pt modelId="{E038E659-84CD-4549-9016-4A3D1C3EF36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SCXML / </a:t>
          </a:r>
          <a:r>
            <a:rPr lang="en-US" err="1"/>
            <a:t>Statecharts</a:t>
          </a:r>
          <a:r>
            <a:rPr lang="en-US"/>
            <a:t> — standard for modelling dialogue as state machines</a:t>
          </a:r>
        </a:p>
      </dgm:t>
    </dgm:pt>
    <dgm:pt modelId="{2D7A84B4-ACFA-48F8-93F3-A674C581BD89}" type="parTrans" cxnId="{0FEC55D7-2A63-4AEB-81AE-04A9C14C5B39}">
      <dgm:prSet/>
      <dgm:spPr/>
      <dgm:t>
        <a:bodyPr/>
        <a:lstStyle/>
        <a:p>
          <a:endParaRPr lang="en-US"/>
        </a:p>
      </dgm:t>
    </dgm:pt>
    <dgm:pt modelId="{FB94FEFF-734B-4810-AA8D-3AD65A26647D}" type="sibTrans" cxnId="{0FEC55D7-2A63-4AEB-81AE-04A9C14C5B39}">
      <dgm:prSet/>
      <dgm:spPr/>
      <dgm:t>
        <a:bodyPr/>
        <a:lstStyle/>
        <a:p>
          <a:endParaRPr lang="en-US"/>
        </a:p>
      </dgm:t>
    </dgm:pt>
    <dgm:pt modelId="{880AF845-85A3-4D80-8407-2F419D3F0CB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ES Modules          — modern JavaScript module system (import/export)</a:t>
          </a:r>
        </a:p>
      </dgm:t>
    </dgm:pt>
    <dgm:pt modelId="{745A3E63-C196-47AE-B70F-FF7F50970FDF}" type="parTrans" cxnId="{2B98214E-F5F6-4CB6-8415-61307CBA59EB}">
      <dgm:prSet/>
      <dgm:spPr/>
      <dgm:t>
        <a:bodyPr/>
        <a:lstStyle/>
        <a:p>
          <a:endParaRPr lang="en-US"/>
        </a:p>
      </dgm:t>
    </dgm:pt>
    <dgm:pt modelId="{62C79982-7D5B-49B9-8D91-663965476EA5}" type="sibTrans" cxnId="{2B98214E-F5F6-4CB6-8415-61307CBA59EB}">
      <dgm:prSet/>
      <dgm:spPr/>
      <dgm:t>
        <a:bodyPr/>
        <a:lstStyle/>
        <a:p>
          <a:endParaRPr lang="en-US"/>
        </a:p>
      </dgm:t>
    </dgm:pt>
    <dgm:pt modelId="{05042583-C66F-4F5C-810A-B7C9323FB93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REST API            — Azure token endpoint for authentication</a:t>
          </a:r>
        </a:p>
      </dgm:t>
    </dgm:pt>
    <dgm:pt modelId="{06B261D2-E92D-486E-894D-B90D7BB70AC0}" type="parTrans" cxnId="{884C31EE-E723-4168-AA0B-48C976A72210}">
      <dgm:prSet/>
      <dgm:spPr/>
      <dgm:t>
        <a:bodyPr/>
        <a:lstStyle/>
        <a:p>
          <a:endParaRPr lang="en-US"/>
        </a:p>
      </dgm:t>
    </dgm:pt>
    <dgm:pt modelId="{4299D909-CE1A-44FD-9F09-6A66F29B0442}" type="sibTrans" cxnId="{884C31EE-E723-4168-AA0B-48C976A72210}">
      <dgm:prSet/>
      <dgm:spPr/>
      <dgm:t>
        <a:bodyPr/>
        <a:lstStyle/>
        <a:p>
          <a:endParaRPr lang="en-US"/>
        </a:p>
      </dgm:t>
    </dgm:pt>
    <dgm:pt modelId="{6A1CEB7B-4CE9-450C-9A60-AB148ED50B3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TypeScript strict mode — type safety standard</a:t>
          </a:r>
        </a:p>
      </dgm:t>
    </dgm:pt>
    <dgm:pt modelId="{739DC6A7-2479-45BE-921F-BF217CA9EE10}" type="parTrans" cxnId="{F9C97398-7C49-4947-8FBA-35B7FAB151CD}">
      <dgm:prSet/>
      <dgm:spPr/>
      <dgm:t>
        <a:bodyPr/>
        <a:lstStyle/>
        <a:p>
          <a:endParaRPr lang="en-US"/>
        </a:p>
      </dgm:t>
    </dgm:pt>
    <dgm:pt modelId="{25B052A5-CD6C-4266-A641-6A19BCBF5FAD}" type="sibTrans" cxnId="{F9C97398-7C49-4947-8FBA-35B7FAB151CD}">
      <dgm:prSet/>
      <dgm:spPr/>
      <dgm:t>
        <a:bodyPr/>
        <a:lstStyle/>
        <a:p>
          <a:endParaRPr lang="en-US"/>
        </a:p>
      </dgm:t>
    </dgm:pt>
    <dgm:pt modelId="{E15D8A96-A1D1-4DD2-93AA-45B5D613B7B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SSML                — Speech Synthesis Markup Language for TTS</a:t>
          </a:r>
        </a:p>
      </dgm:t>
    </dgm:pt>
    <dgm:pt modelId="{53E917B2-866D-404B-BF72-A930DB32EDD5}" type="parTrans" cxnId="{1783AB63-A159-4781-A290-BA4B9FEB2E34}">
      <dgm:prSet/>
      <dgm:spPr/>
      <dgm:t>
        <a:bodyPr/>
        <a:lstStyle/>
        <a:p>
          <a:endParaRPr lang="en-US"/>
        </a:p>
      </dgm:t>
    </dgm:pt>
    <dgm:pt modelId="{143A3759-29A4-442F-9E83-0B17850ED73C}" type="sibTrans" cxnId="{1783AB63-A159-4781-A290-BA4B9FEB2E34}">
      <dgm:prSet/>
      <dgm:spPr/>
      <dgm:t>
        <a:bodyPr/>
        <a:lstStyle/>
        <a:p>
          <a:endParaRPr lang="en-US"/>
        </a:p>
      </dgm:t>
    </dgm:pt>
    <dgm:pt modelId="{5FD7D89F-DAB2-422F-933F-210BD7BA5E48}" type="pres">
      <dgm:prSet presAssocID="{0420C997-2B95-4731-B0D1-35894844EF02}" presName="root" presStyleCnt="0">
        <dgm:presLayoutVars>
          <dgm:dir/>
          <dgm:resizeHandles val="exact"/>
        </dgm:presLayoutVars>
      </dgm:prSet>
      <dgm:spPr/>
    </dgm:pt>
    <dgm:pt modelId="{F17156E5-9263-4413-BBDA-7031DC663B81}" type="pres">
      <dgm:prSet presAssocID="{703C8817-311F-497B-A37D-872FFCFC5B94}" presName="compNode" presStyleCnt="0"/>
      <dgm:spPr/>
    </dgm:pt>
    <dgm:pt modelId="{99745DDC-AEC9-49E3-BB11-B737CEBC34F0}" type="pres">
      <dgm:prSet presAssocID="{703C8817-311F-497B-A37D-872FFCFC5B94}" presName="bgRect" presStyleLbl="bgShp" presStyleIdx="0" presStyleCnt="6"/>
      <dgm:spPr/>
    </dgm:pt>
    <dgm:pt modelId="{FB2EC91F-FB8D-4E24-97CE-1B6822733628}" type="pres">
      <dgm:prSet presAssocID="{703C8817-311F-497B-A37D-872FFCFC5B94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odcast"/>
        </a:ext>
      </dgm:extLst>
    </dgm:pt>
    <dgm:pt modelId="{5FBF4218-FE0E-449C-AA63-6F8C5718CBE2}" type="pres">
      <dgm:prSet presAssocID="{703C8817-311F-497B-A37D-872FFCFC5B94}" presName="spaceRect" presStyleCnt="0"/>
      <dgm:spPr/>
    </dgm:pt>
    <dgm:pt modelId="{8DBE0DED-715C-4315-AF3E-DD5958096BD4}" type="pres">
      <dgm:prSet presAssocID="{703C8817-311F-497B-A37D-872FFCFC5B94}" presName="parTx" presStyleLbl="revTx" presStyleIdx="0" presStyleCnt="6">
        <dgm:presLayoutVars>
          <dgm:chMax val="0"/>
          <dgm:chPref val="0"/>
        </dgm:presLayoutVars>
      </dgm:prSet>
      <dgm:spPr/>
    </dgm:pt>
    <dgm:pt modelId="{769BFD30-6921-48A6-BDCD-0485E41B6E63}" type="pres">
      <dgm:prSet presAssocID="{D5013F09-26B8-45F6-9346-5766DBF24B5E}" presName="sibTrans" presStyleCnt="0"/>
      <dgm:spPr/>
    </dgm:pt>
    <dgm:pt modelId="{74E544CA-A5C6-4BA6-BB27-E17620403046}" type="pres">
      <dgm:prSet presAssocID="{E038E659-84CD-4549-9016-4A3D1C3EF36D}" presName="compNode" presStyleCnt="0"/>
      <dgm:spPr/>
    </dgm:pt>
    <dgm:pt modelId="{B9E06BA9-71C3-4E94-B207-24AE44561173}" type="pres">
      <dgm:prSet presAssocID="{E038E659-84CD-4549-9016-4A3D1C3EF36D}" presName="bgRect" presStyleLbl="bgShp" presStyleIdx="1" presStyleCnt="6"/>
      <dgm:spPr/>
    </dgm:pt>
    <dgm:pt modelId="{72FFD132-384B-440C-85B3-D342CFD42B43}" type="pres">
      <dgm:prSet presAssocID="{E038E659-84CD-4549-9016-4A3D1C3EF36D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F9944DA1-C6CC-4CB1-AE60-01B45B4D9589}" type="pres">
      <dgm:prSet presAssocID="{E038E659-84CD-4549-9016-4A3D1C3EF36D}" presName="spaceRect" presStyleCnt="0"/>
      <dgm:spPr/>
    </dgm:pt>
    <dgm:pt modelId="{3014ED8B-3E83-4D91-B770-D6832B5D676E}" type="pres">
      <dgm:prSet presAssocID="{E038E659-84CD-4549-9016-4A3D1C3EF36D}" presName="parTx" presStyleLbl="revTx" presStyleIdx="1" presStyleCnt="6">
        <dgm:presLayoutVars>
          <dgm:chMax val="0"/>
          <dgm:chPref val="0"/>
        </dgm:presLayoutVars>
      </dgm:prSet>
      <dgm:spPr/>
    </dgm:pt>
    <dgm:pt modelId="{8CCC88A7-0349-4A12-B382-B16FD92CD358}" type="pres">
      <dgm:prSet presAssocID="{FB94FEFF-734B-4810-AA8D-3AD65A26647D}" presName="sibTrans" presStyleCnt="0"/>
      <dgm:spPr/>
    </dgm:pt>
    <dgm:pt modelId="{107ADBED-C2E2-4104-8235-55981E2B440A}" type="pres">
      <dgm:prSet presAssocID="{880AF845-85A3-4D80-8407-2F419D3F0CBB}" presName="compNode" presStyleCnt="0"/>
      <dgm:spPr/>
    </dgm:pt>
    <dgm:pt modelId="{976870C4-9FAB-42EB-AE1D-F441BD4D0191}" type="pres">
      <dgm:prSet presAssocID="{880AF845-85A3-4D80-8407-2F419D3F0CBB}" presName="bgRect" presStyleLbl="bgShp" presStyleIdx="2" presStyleCnt="6"/>
      <dgm:spPr/>
    </dgm:pt>
    <dgm:pt modelId="{EB783012-A806-4D08-B5E0-EDB516F7E009}" type="pres">
      <dgm:prSet presAssocID="{880AF845-85A3-4D80-8407-2F419D3F0CBB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C653BE70-4C1D-4C71-A204-A07372874EAD}" type="pres">
      <dgm:prSet presAssocID="{880AF845-85A3-4D80-8407-2F419D3F0CBB}" presName="spaceRect" presStyleCnt="0"/>
      <dgm:spPr/>
    </dgm:pt>
    <dgm:pt modelId="{BF656BC2-9979-4196-893A-53B9F8E9767A}" type="pres">
      <dgm:prSet presAssocID="{880AF845-85A3-4D80-8407-2F419D3F0CBB}" presName="parTx" presStyleLbl="revTx" presStyleIdx="2" presStyleCnt="6">
        <dgm:presLayoutVars>
          <dgm:chMax val="0"/>
          <dgm:chPref val="0"/>
        </dgm:presLayoutVars>
      </dgm:prSet>
      <dgm:spPr/>
    </dgm:pt>
    <dgm:pt modelId="{4826146E-F629-4FAC-99F7-0DA05DDE7B00}" type="pres">
      <dgm:prSet presAssocID="{62C79982-7D5B-49B9-8D91-663965476EA5}" presName="sibTrans" presStyleCnt="0"/>
      <dgm:spPr/>
    </dgm:pt>
    <dgm:pt modelId="{4BAB7790-B006-43AA-967B-65E910A28EFA}" type="pres">
      <dgm:prSet presAssocID="{05042583-C66F-4F5C-810A-B7C9323FB93E}" presName="compNode" presStyleCnt="0"/>
      <dgm:spPr/>
    </dgm:pt>
    <dgm:pt modelId="{B5591D8E-2B5F-4DB8-B8D1-7C85A4F715D0}" type="pres">
      <dgm:prSet presAssocID="{05042583-C66F-4F5C-810A-B7C9323FB93E}" presName="bgRect" presStyleLbl="bgShp" presStyleIdx="3" presStyleCnt="6"/>
      <dgm:spPr/>
    </dgm:pt>
    <dgm:pt modelId="{73B10D51-ADE8-49BD-B8C3-2282D683F4C1}" type="pres">
      <dgm:prSet presAssocID="{05042583-C66F-4F5C-810A-B7C9323FB93E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A943FAA0-806E-4253-A3A4-FD264CBF53A1}" type="pres">
      <dgm:prSet presAssocID="{05042583-C66F-4F5C-810A-B7C9323FB93E}" presName="spaceRect" presStyleCnt="0"/>
      <dgm:spPr/>
    </dgm:pt>
    <dgm:pt modelId="{BC4BEEC5-FB6E-4FAB-9536-75DCBB1FA07D}" type="pres">
      <dgm:prSet presAssocID="{05042583-C66F-4F5C-810A-B7C9323FB93E}" presName="parTx" presStyleLbl="revTx" presStyleIdx="3" presStyleCnt="6">
        <dgm:presLayoutVars>
          <dgm:chMax val="0"/>
          <dgm:chPref val="0"/>
        </dgm:presLayoutVars>
      </dgm:prSet>
      <dgm:spPr/>
    </dgm:pt>
    <dgm:pt modelId="{C8240B94-CE48-4FB1-A758-26FB8468D6E1}" type="pres">
      <dgm:prSet presAssocID="{4299D909-CE1A-44FD-9F09-6A66F29B0442}" presName="sibTrans" presStyleCnt="0"/>
      <dgm:spPr/>
    </dgm:pt>
    <dgm:pt modelId="{D0FF6C0D-C5A1-4B3E-9264-C447CF692389}" type="pres">
      <dgm:prSet presAssocID="{6A1CEB7B-4CE9-450C-9A60-AB148ED50B35}" presName="compNode" presStyleCnt="0"/>
      <dgm:spPr/>
    </dgm:pt>
    <dgm:pt modelId="{E417CEB8-91B9-4C1D-86CA-06F7BD70B726}" type="pres">
      <dgm:prSet presAssocID="{6A1CEB7B-4CE9-450C-9A60-AB148ED50B35}" presName="bgRect" presStyleLbl="bgShp" presStyleIdx="4" presStyleCnt="6"/>
      <dgm:spPr/>
    </dgm:pt>
    <dgm:pt modelId="{AE6DD446-82DA-4C50-8A56-FDAF362DA2EE}" type="pres">
      <dgm:prSet presAssocID="{6A1CEB7B-4CE9-450C-9A60-AB148ED50B35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refighter"/>
        </a:ext>
      </dgm:extLst>
    </dgm:pt>
    <dgm:pt modelId="{32771D3F-21EA-4569-97C5-7FE926B8239B}" type="pres">
      <dgm:prSet presAssocID="{6A1CEB7B-4CE9-450C-9A60-AB148ED50B35}" presName="spaceRect" presStyleCnt="0"/>
      <dgm:spPr/>
    </dgm:pt>
    <dgm:pt modelId="{4EBD0CF2-936C-4937-8F70-F0B5CBECF845}" type="pres">
      <dgm:prSet presAssocID="{6A1CEB7B-4CE9-450C-9A60-AB148ED50B35}" presName="parTx" presStyleLbl="revTx" presStyleIdx="4" presStyleCnt="6">
        <dgm:presLayoutVars>
          <dgm:chMax val="0"/>
          <dgm:chPref val="0"/>
        </dgm:presLayoutVars>
      </dgm:prSet>
      <dgm:spPr/>
    </dgm:pt>
    <dgm:pt modelId="{D6F3B622-A9A1-4A45-960D-10AD45F8DD0F}" type="pres">
      <dgm:prSet presAssocID="{25B052A5-CD6C-4266-A641-6A19BCBF5FAD}" presName="sibTrans" presStyleCnt="0"/>
      <dgm:spPr/>
    </dgm:pt>
    <dgm:pt modelId="{6B383E69-4796-4D4C-8278-B10C5992130D}" type="pres">
      <dgm:prSet presAssocID="{E15D8A96-A1D1-4DD2-93AA-45B5D613B7B5}" presName="compNode" presStyleCnt="0"/>
      <dgm:spPr/>
    </dgm:pt>
    <dgm:pt modelId="{B53E2C6B-6832-4F87-A35D-B9D579724BFB}" type="pres">
      <dgm:prSet presAssocID="{E15D8A96-A1D1-4DD2-93AA-45B5D613B7B5}" presName="bgRect" presStyleLbl="bgShp" presStyleIdx="5" presStyleCnt="6"/>
      <dgm:spPr/>
    </dgm:pt>
    <dgm:pt modelId="{C0457874-2554-424B-81E8-6A23677B30A2}" type="pres">
      <dgm:prSet presAssocID="{E15D8A96-A1D1-4DD2-93AA-45B5D613B7B5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FD6FEA95-71AF-41AE-AAC3-4C0F6DD6123E}" type="pres">
      <dgm:prSet presAssocID="{E15D8A96-A1D1-4DD2-93AA-45B5D613B7B5}" presName="spaceRect" presStyleCnt="0"/>
      <dgm:spPr/>
    </dgm:pt>
    <dgm:pt modelId="{A2E27B3D-4F50-4CE9-B1AF-46B43A78194F}" type="pres">
      <dgm:prSet presAssocID="{E15D8A96-A1D1-4DD2-93AA-45B5D613B7B5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91941B03-9BC7-46A1-8CA3-F13C959288D9}" type="presOf" srcId="{E038E659-84CD-4549-9016-4A3D1C3EF36D}" destId="{3014ED8B-3E83-4D91-B770-D6832B5D676E}" srcOrd="0" destOrd="0" presId="urn:microsoft.com/office/officeart/2018/2/layout/IconVerticalSolidList"/>
    <dgm:cxn modelId="{0D5EA004-1948-4038-B6EB-9921CFAC01CA}" type="presOf" srcId="{703C8817-311F-497B-A37D-872FFCFC5B94}" destId="{8DBE0DED-715C-4315-AF3E-DD5958096BD4}" srcOrd="0" destOrd="0" presId="urn:microsoft.com/office/officeart/2018/2/layout/IconVerticalSolidList"/>
    <dgm:cxn modelId="{052FD029-BD2C-4B05-A7B2-ADF3075FB410}" type="presOf" srcId="{6A1CEB7B-4CE9-450C-9A60-AB148ED50B35}" destId="{4EBD0CF2-936C-4937-8F70-F0B5CBECF845}" srcOrd="0" destOrd="0" presId="urn:microsoft.com/office/officeart/2018/2/layout/IconVerticalSolidList"/>
    <dgm:cxn modelId="{75733137-63EF-4711-8F8D-F28BE1E1BD49}" type="presOf" srcId="{0420C997-2B95-4731-B0D1-35894844EF02}" destId="{5FD7D89F-DAB2-422F-933F-210BD7BA5E48}" srcOrd="0" destOrd="0" presId="urn:microsoft.com/office/officeart/2018/2/layout/IconVerticalSolidList"/>
    <dgm:cxn modelId="{225FA83D-E10D-408A-983E-B75A39435EB0}" type="presOf" srcId="{E15D8A96-A1D1-4DD2-93AA-45B5D613B7B5}" destId="{A2E27B3D-4F50-4CE9-B1AF-46B43A78194F}" srcOrd="0" destOrd="0" presId="urn:microsoft.com/office/officeart/2018/2/layout/IconVerticalSolidList"/>
    <dgm:cxn modelId="{2B98214E-F5F6-4CB6-8415-61307CBA59EB}" srcId="{0420C997-2B95-4731-B0D1-35894844EF02}" destId="{880AF845-85A3-4D80-8407-2F419D3F0CBB}" srcOrd="2" destOrd="0" parTransId="{745A3E63-C196-47AE-B70F-FF7F50970FDF}" sibTransId="{62C79982-7D5B-49B9-8D91-663965476EA5}"/>
    <dgm:cxn modelId="{FD8D254E-317B-4D06-8914-23DEFD87F6E9}" type="presOf" srcId="{05042583-C66F-4F5C-810A-B7C9323FB93E}" destId="{BC4BEEC5-FB6E-4FAB-9536-75DCBB1FA07D}" srcOrd="0" destOrd="0" presId="urn:microsoft.com/office/officeart/2018/2/layout/IconVerticalSolidList"/>
    <dgm:cxn modelId="{1783AB63-A159-4781-A290-BA4B9FEB2E34}" srcId="{0420C997-2B95-4731-B0D1-35894844EF02}" destId="{E15D8A96-A1D1-4DD2-93AA-45B5D613B7B5}" srcOrd="5" destOrd="0" parTransId="{53E917B2-866D-404B-BF72-A930DB32EDD5}" sibTransId="{143A3759-29A4-442F-9E83-0B17850ED73C}"/>
    <dgm:cxn modelId="{A1DCC28D-9E56-4FE3-B66A-63BFFFE38686}" srcId="{0420C997-2B95-4731-B0D1-35894844EF02}" destId="{703C8817-311F-497B-A37D-872FFCFC5B94}" srcOrd="0" destOrd="0" parTransId="{E74EE11E-E4AC-40A7-A0C6-A6B6B55F1BF4}" sibTransId="{D5013F09-26B8-45F6-9346-5766DBF24B5E}"/>
    <dgm:cxn modelId="{4FEE9A95-5A21-4097-AAF8-7D965F2118EC}" type="presOf" srcId="{880AF845-85A3-4D80-8407-2F419D3F0CBB}" destId="{BF656BC2-9979-4196-893A-53B9F8E9767A}" srcOrd="0" destOrd="0" presId="urn:microsoft.com/office/officeart/2018/2/layout/IconVerticalSolidList"/>
    <dgm:cxn modelId="{F9C97398-7C49-4947-8FBA-35B7FAB151CD}" srcId="{0420C997-2B95-4731-B0D1-35894844EF02}" destId="{6A1CEB7B-4CE9-450C-9A60-AB148ED50B35}" srcOrd="4" destOrd="0" parTransId="{739DC6A7-2479-45BE-921F-BF217CA9EE10}" sibTransId="{25B052A5-CD6C-4266-A641-6A19BCBF5FAD}"/>
    <dgm:cxn modelId="{0FEC55D7-2A63-4AEB-81AE-04A9C14C5B39}" srcId="{0420C997-2B95-4731-B0D1-35894844EF02}" destId="{E038E659-84CD-4549-9016-4A3D1C3EF36D}" srcOrd="1" destOrd="0" parTransId="{2D7A84B4-ACFA-48F8-93F3-A674C581BD89}" sibTransId="{FB94FEFF-734B-4810-AA8D-3AD65A26647D}"/>
    <dgm:cxn modelId="{884C31EE-E723-4168-AA0B-48C976A72210}" srcId="{0420C997-2B95-4731-B0D1-35894844EF02}" destId="{05042583-C66F-4F5C-810A-B7C9323FB93E}" srcOrd="3" destOrd="0" parTransId="{06B261D2-E92D-486E-894D-B90D7BB70AC0}" sibTransId="{4299D909-CE1A-44FD-9F09-6A66F29B0442}"/>
    <dgm:cxn modelId="{3A4C23D8-2008-4CF9-B034-78854BD028EA}" type="presParOf" srcId="{5FD7D89F-DAB2-422F-933F-210BD7BA5E48}" destId="{F17156E5-9263-4413-BBDA-7031DC663B81}" srcOrd="0" destOrd="0" presId="urn:microsoft.com/office/officeart/2018/2/layout/IconVerticalSolidList"/>
    <dgm:cxn modelId="{65563A6F-AA47-477D-ADBB-45CA4A76AB6C}" type="presParOf" srcId="{F17156E5-9263-4413-BBDA-7031DC663B81}" destId="{99745DDC-AEC9-49E3-BB11-B737CEBC34F0}" srcOrd="0" destOrd="0" presId="urn:microsoft.com/office/officeart/2018/2/layout/IconVerticalSolidList"/>
    <dgm:cxn modelId="{D2B7EB08-36FE-4561-85CB-B6A6B9C0C271}" type="presParOf" srcId="{F17156E5-9263-4413-BBDA-7031DC663B81}" destId="{FB2EC91F-FB8D-4E24-97CE-1B6822733628}" srcOrd="1" destOrd="0" presId="urn:microsoft.com/office/officeart/2018/2/layout/IconVerticalSolidList"/>
    <dgm:cxn modelId="{81115D41-C553-4273-BDD5-5C99DDAD4B0C}" type="presParOf" srcId="{F17156E5-9263-4413-BBDA-7031DC663B81}" destId="{5FBF4218-FE0E-449C-AA63-6F8C5718CBE2}" srcOrd="2" destOrd="0" presId="urn:microsoft.com/office/officeart/2018/2/layout/IconVerticalSolidList"/>
    <dgm:cxn modelId="{2E108732-1E63-45E4-A6FF-169C5FA78177}" type="presParOf" srcId="{F17156E5-9263-4413-BBDA-7031DC663B81}" destId="{8DBE0DED-715C-4315-AF3E-DD5958096BD4}" srcOrd="3" destOrd="0" presId="urn:microsoft.com/office/officeart/2018/2/layout/IconVerticalSolidList"/>
    <dgm:cxn modelId="{FF562E1A-1F8D-4300-8328-06B4D8476708}" type="presParOf" srcId="{5FD7D89F-DAB2-422F-933F-210BD7BA5E48}" destId="{769BFD30-6921-48A6-BDCD-0485E41B6E63}" srcOrd="1" destOrd="0" presId="urn:microsoft.com/office/officeart/2018/2/layout/IconVerticalSolidList"/>
    <dgm:cxn modelId="{88108A75-DB11-45D1-B3FC-E3BF411D1C11}" type="presParOf" srcId="{5FD7D89F-DAB2-422F-933F-210BD7BA5E48}" destId="{74E544CA-A5C6-4BA6-BB27-E17620403046}" srcOrd="2" destOrd="0" presId="urn:microsoft.com/office/officeart/2018/2/layout/IconVerticalSolidList"/>
    <dgm:cxn modelId="{2D98B9FE-6049-43B2-9E7A-DFBB4D1E74D8}" type="presParOf" srcId="{74E544CA-A5C6-4BA6-BB27-E17620403046}" destId="{B9E06BA9-71C3-4E94-B207-24AE44561173}" srcOrd="0" destOrd="0" presId="urn:microsoft.com/office/officeart/2018/2/layout/IconVerticalSolidList"/>
    <dgm:cxn modelId="{9F17D9BA-3E32-4D55-B405-8FA61F61A080}" type="presParOf" srcId="{74E544CA-A5C6-4BA6-BB27-E17620403046}" destId="{72FFD132-384B-440C-85B3-D342CFD42B43}" srcOrd="1" destOrd="0" presId="urn:microsoft.com/office/officeart/2018/2/layout/IconVerticalSolidList"/>
    <dgm:cxn modelId="{CA8FBE07-77C3-4FE8-BA23-87C5B5E76C6F}" type="presParOf" srcId="{74E544CA-A5C6-4BA6-BB27-E17620403046}" destId="{F9944DA1-C6CC-4CB1-AE60-01B45B4D9589}" srcOrd="2" destOrd="0" presId="urn:microsoft.com/office/officeart/2018/2/layout/IconVerticalSolidList"/>
    <dgm:cxn modelId="{256D2E79-6956-4226-B4D2-4C9C8224CC37}" type="presParOf" srcId="{74E544CA-A5C6-4BA6-BB27-E17620403046}" destId="{3014ED8B-3E83-4D91-B770-D6832B5D676E}" srcOrd="3" destOrd="0" presId="urn:microsoft.com/office/officeart/2018/2/layout/IconVerticalSolidList"/>
    <dgm:cxn modelId="{282FE3DB-1152-49F0-8BD3-F9B727541961}" type="presParOf" srcId="{5FD7D89F-DAB2-422F-933F-210BD7BA5E48}" destId="{8CCC88A7-0349-4A12-B382-B16FD92CD358}" srcOrd="3" destOrd="0" presId="urn:microsoft.com/office/officeart/2018/2/layout/IconVerticalSolidList"/>
    <dgm:cxn modelId="{93BB4098-008D-422C-A71F-66CFB5656FCE}" type="presParOf" srcId="{5FD7D89F-DAB2-422F-933F-210BD7BA5E48}" destId="{107ADBED-C2E2-4104-8235-55981E2B440A}" srcOrd="4" destOrd="0" presId="urn:microsoft.com/office/officeart/2018/2/layout/IconVerticalSolidList"/>
    <dgm:cxn modelId="{75521055-6123-4714-95AC-C90FC938BFEE}" type="presParOf" srcId="{107ADBED-C2E2-4104-8235-55981E2B440A}" destId="{976870C4-9FAB-42EB-AE1D-F441BD4D0191}" srcOrd="0" destOrd="0" presId="urn:microsoft.com/office/officeart/2018/2/layout/IconVerticalSolidList"/>
    <dgm:cxn modelId="{4EA1C895-8FF6-4B42-9699-965A7A4A529F}" type="presParOf" srcId="{107ADBED-C2E2-4104-8235-55981E2B440A}" destId="{EB783012-A806-4D08-B5E0-EDB516F7E009}" srcOrd="1" destOrd="0" presId="urn:microsoft.com/office/officeart/2018/2/layout/IconVerticalSolidList"/>
    <dgm:cxn modelId="{D22F7AE9-78B8-41CE-A603-AF19122A9270}" type="presParOf" srcId="{107ADBED-C2E2-4104-8235-55981E2B440A}" destId="{C653BE70-4C1D-4C71-A204-A07372874EAD}" srcOrd="2" destOrd="0" presId="urn:microsoft.com/office/officeart/2018/2/layout/IconVerticalSolidList"/>
    <dgm:cxn modelId="{90D69FCA-5AB3-4491-95E8-6822FD5BA480}" type="presParOf" srcId="{107ADBED-C2E2-4104-8235-55981E2B440A}" destId="{BF656BC2-9979-4196-893A-53B9F8E9767A}" srcOrd="3" destOrd="0" presId="urn:microsoft.com/office/officeart/2018/2/layout/IconVerticalSolidList"/>
    <dgm:cxn modelId="{C5826693-6F8D-4356-AAC3-A7EA3EC8DB5F}" type="presParOf" srcId="{5FD7D89F-DAB2-422F-933F-210BD7BA5E48}" destId="{4826146E-F629-4FAC-99F7-0DA05DDE7B00}" srcOrd="5" destOrd="0" presId="urn:microsoft.com/office/officeart/2018/2/layout/IconVerticalSolidList"/>
    <dgm:cxn modelId="{A923A774-827A-4B9F-9DE5-3CD706B8B7EE}" type="presParOf" srcId="{5FD7D89F-DAB2-422F-933F-210BD7BA5E48}" destId="{4BAB7790-B006-43AA-967B-65E910A28EFA}" srcOrd="6" destOrd="0" presId="urn:microsoft.com/office/officeart/2018/2/layout/IconVerticalSolidList"/>
    <dgm:cxn modelId="{CBDAE642-7609-4054-9553-15C194608FAB}" type="presParOf" srcId="{4BAB7790-B006-43AA-967B-65E910A28EFA}" destId="{B5591D8E-2B5F-4DB8-B8D1-7C85A4F715D0}" srcOrd="0" destOrd="0" presId="urn:microsoft.com/office/officeart/2018/2/layout/IconVerticalSolidList"/>
    <dgm:cxn modelId="{80520D5D-D944-4C87-830B-C74904A77A29}" type="presParOf" srcId="{4BAB7790-B006-43AA-967B-65E910A28EFA}" destId="{73B10D51-ADE8-49BD-B8C3-2282D683F4C1}" srcOrd="1" destOrd="0" presId="urn:microsoft.com/office/officeart/2018/2/layout/IconVerticalSolidList"/>
    <dgm:cxn modelId="{DE8A2327-A231-41B2-9177-11892B8F6A8B}" type="presParOf" srcId="{4BAB7790-B006-43AA-967B-65E910A28EFA}" destId="{A943FAA0-806E-4253-A3A4-FD264CBF53A1}" srcOrd="2" destOrd="0" presId="urn:microsoft.com/office/officeart/2018/2/layout/IconVerticalSolidList"/>
    <dgm:cxn modelId="{B217B703-C97F-4270-AA49-7534E3F1D07E}" type="presParOf" srcId="{4BAB7790-B006-43AA-967B-65E910A28EFA}" destId="{BC4BEEC5-FB6E-4FAB-9536-75DCBB1FA07D}" srcOrd="3" destOrd="0" presId="urn:microsoft.com/office/officeart/2018/2/layout/IconVerticalSolidList"/>
    <dgm:cxn modelId="{ABBFF70D-0D38-4BC2-A5D9-FDEBCD2D1375}" type="presParOf" srcId="{5FD7D89F-DAB2-422F-933F-210BD7BA5E48}" destId="{C8240B94-CE48-4FB1-A758-26FB8468D6E1}" srcOrd="7" destOrd="0" presId="urn:microsoft.com/office/officeart/2018/2/layout/IconVerticalSolidList"/>
    <dgm:cxn modelId="{862B0631-827F-48B1-AC21-34EE1DF36C58}" type="presParOf" srcId="{5FD7D89F-DAB2-422F-933F-210BD7BA5E48}" destId="{D0FF6C0D-C5A1-4B3E-9264-C447CF692389}" srcOrd="8" destOrd="0" presId="urn:microsoft.com/office/officeart/2018/2/layout/IconVerticalSolidList"/>
    <dgm:cxn modelId="{EA2E2B04-44E5-4D3D-9FE2-BBFD16632CA4}" type="presParOf" srcId="{D0FF6C0D-C5A1-4B3E-9264-C447CF692389}" destId="{E417CEB8-91B9-4C1D-86CA-06F7BD70B726}" srcOrd="0" destOrd="0" presId="urn:microsoft.com/office/officeart/2018/2/layout/IconVerticalSolidList"/>
    <dgm:cxn modelId="{49EE2FD5-D563-4B8F-8749-F17216848418}" type="presParOf" srcId="{D0FF6C0D-C5A1-4B3E-9264-C447CF692389}" destId="{AE6DD446-82DA-4C50-8A56-FDAF362DA2EE}" srcOrd="1" destOrd="0" presId="urn:microsoft.com/office/officeart/2018/2/layout/IconVerticalSolidList"/>
    <dgm:cxn modelId="{3DB9B68E-2DA6-407E-85DB-3FD81BA569D7}" type="presParOf" srcId="{D0FF6C0D-C5A1-4B3E-9264-C447CF692389}" destId="{32771D3F-21EA-4569-97C5-7FE926B8239B}" srcOrd="2" destOrd="0" presId="urn:microsoft.com/office/officeart/2018/2/layout/IconVerticalSolidList"/>
    <dgm:cxn modelId="{E8B0A666-7C9F-4A49-9E7F-E3DB1E6DECE0}" type="presParOf" srcId="{D0FF6C0D-C5A1-4B3E-9264-C447CF692389}" destId="{4EBD0CF2-936C-4937-8F70-F0B5CBECF845}" srcOrd="3" destOrd="0" presId="urn:microsoft.com/office/officeart/2018/2/layout/IconVerticalSolidList"/>
    <dgm:cxn modelId="{629C384A-E97F-4F4D-9A58-E7A0EC521022}" type="presParOf" srcId="{5FD7D89F-DAB2-422F-933F-210BD7BA5E48}" destId="{D6F3B622-A9A1-4A45-960D-10AD45F8DD0F}" srcOrd="9" destOrd="0" presId="urn:microsoft.com/office/officeart/2018/2/layout/IconVerticalSolidList"/>
    <dgm:cxn modelId="{CC6A6DF0-6CE7-4EAB-99C0-3E9D920001C1}" type="presParOf" srcId="{5FD7D89F-DAB2-422F-933F-210BD7BA5E48}" destId="{6B383E69-4796-4D4C-8278-B10C5992130D}" srcOrd="10" destOrd="0" presId="urn:microsoft.com/office/officeart/2018/2/layout/IconVerticalSolidList"/>
    <dgm:cxn modelId="{B01B79CA-D8B9-4ACD-AED2-E724FF27C3D8}" type="presParOf" srcId="{6B383E69-4796-4D4C-8278-B10C5992130D}" destId="{B53E2C6B-6832-4F87-A35D-B9D579724BFB}" srcOrd="0" destOrd="0" presId="urn:microsoft.com/office/officeart/2018/2/layout/IconVerticalSolidList"/>
    <dgm:cxn modelId="{44DE6827-AB61-4D1C-A225-72BFDF9A4104}" type="presParOf" srcId="{6B383E69-4796-4D4C-8278-B10C5992130D}" destId="{C0457874-2554-424B-81E8-6A23677B30A2}" srcOrd="1" destOrd="0" presId="urn:microsoft.com/office/officeart/2018/2/layout/IconVerticalSolidList"/>
    <dgm:cxn modelId="{2C940ED6-DE15-48C1-8B61-9A88DEFE6CEB}" type="presParOf" srcId="{6B383E69-4796-4D4C-8278-B10C5992130D}" destId="{FD6FEA95-71AF-41AE-AAC3-4C0F6DD6123E}" srcOrd="2" destOrd="0" presId="urn:microsoft.com/office/officeart/2018/2/layout/IconVerticalSolidList"/>
    <dgm:cxn modelId="{1EA9E011-6C12-4664-9BD0-2A4AFBFDEE51}" type="presParOf" srcId="{6B383E69-4796-4D4C-8278-B10C5992130D}" destId="{A2E27B3D-4F50-4CE9-B1AF-46B43A78194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0FD26DE-F8F7-498D-8D9E-C44DE034B7DD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8551EB57-4CD3-4EFD-B8FA-C843992F5F8A}">
      <dgm:prSet/>
      <dgm:spPr/>
      <dgm:t>
        <a:bodyPr/>
        <a:lstStyle/>
        <a:p>
          <a:r>
            <a:rPr lang="en-US"/>
            <a:t>Problem:</a:t>
          </a:r>
        </a:p>
      </dgm:t>
    </dgm:pt>
    <dgm:pt modelId="{A1707F77-BE7C-4BC9-B3C2-0B89E2777566}" type="parTrans" cxnId="{738C7C10-D9C8-4901-8DA8-DD23663442E3}">
      <dgm:prSet/>
      <dgm:spPr/>
      <dgm:t>
        <a:bodyPr/>
        <a:lstStyle/>
        <a:p>
          <a:endParaRPr lang="en-US"/>
        </a:p>
      </dgm:t>
    </dgm:pt>
    <dgm:pt modelId="{DFC1A894-39F7-480C-841A-1AD47454C747}" type="sibTrans" cxnId="{738C7C10-D9C8-4901-8DA8-DD23663442E3}">
      <dgm:prSet/>
      <dgm:spPr/>
      <dgm:t>
        <a:bodyPr/>
        <a:lstStyle/>
        <a:p>
          <a:endParaRPr lang="en-US"/>
        </a:p>
      </dgm:t>
    </dgm:pt>
    <dgm:pt modelId="{F1C2649A-70D7-4CE6-8F26-AF06189DFAC6}">
      <dgm:prSet/>
      <dgm:spPr/>
      <dgm:t>
        <a:bodyPr/>
        <a:lstStyle/>
        <a:p>
          <a:r>
            <a:rPr lang="en-US"/>
            <a:t>- Hard level numbers are very large e.g. 96690</a:t>
          </a:r>
        </a:p>
      </dgm:t>
    </dgm:pt>
    <dgm:pt modelId="{4AD9CE39-B344-4C65-AA82-3C6BD5CD1952}" type="parTrans" cxnId="{4FD24FC7-8E16-4544-AB14-3851E6469606}">
      <dgm:prSet/>
      <dgm:spPr/>
      <dgm:t>
        <a:bodyPr/>
        <a:lstStyle/>
        <a:p>
          <a:endParaRPr lang="en-US"/>
        </a:p>
      </dgm:t>
    </dgm:pt>
    <dgm:pt modelId="{4426F16B-378B-4522-9A72-B24DA0EB1AF6}" type="sibTrans" cxnId="{4FD24FC7-8E16-4544-AB14-3851E6469606}">
      <dgm:prSet/>
      <dgm:spPr/>
      <dgm:t>
        <a:bodyPr/>
        <a:lstStyle/>
        <a:p>
          <a:endParaRPr lang="en-US"/>
        </a:p>
      </dgm:t>
    </dgm:pt>
    <dgm:pt modelId="{D14F5F9B-6E3C-48A2-8384-4D4CA4824E3A}">
      <dgm:prSet/>
      <dgm:spPr/>
      <dgm:t>
        <a:bodyPr/>
        <a:lstStyle/>
        <a:p>
          <a:r>
            <a:rPr lang="en-US"/>
            <a:t>- ASR sometimes transcribed them with spaces: "96 690"</a:t>
          </a:r>
        </a:p>
      </dgm:t>
    </dgm:pt>
    <dgm:pt modelId="{BBC9F7F1-76FE-49CB-8D5B-E391F2C17C3A}" type="parTrans" cxnId="{DFF81177-2FF1-45AA-BD7F-E0491A1390E0}">
      <dgm:prSet/>
      <dgm:spPr/>
      <dgm:t>
        <a:bodyPr/>
        <a:lstStyle/>
        <a:p>
          <a:endParaRPr lang="en-US"/>
        </a:p>
      </dgm:t>
    </dgm:pt>
    <dgm:pt modelId="{24EB4D64-9B84-4F68-8BCA-124113DF9F7A}" type="sibTrans" cxnId="{DFF81177-2FF1-45AA-BD7F-E0491A1390E0}">
      <dgm:prSet/>
      <dgm:spPr/>
      <dgm:t>
        <a:bodyPr/>
        <a:lstStyle/>
        <a:p>
          <a:endParaRPr lang="en-US"/>
        </a:p>
      </dgm:t>
    </dgm:pt>
    <dgm:pt modelId="{4D8FACCC-03DE-4F9B-A7F1-871C9D4AB2C9}">
      <dgm:prSet/>
      <dgm:spPr/>
      <dgm:t>
        <a:bodyPr/>
        <a:lstStyle/>
        <a:p>
          <a:r>
            <a:rPr lang="en-US"/>
            <a:t>- parseSpokenNumber() could not parse "96 690" as a number</a:t>
          </a:r>
        </a:p>
      </dgm:t>
    </dgm:pt>
    <dgm:pt modelId="{9C31FD99-4A21-486E-A77A-997BAD945DC9}" type="parTrans" cxnId="{FC548DA7-7AE0-41B2-BA66-B65A6C5E3C15}">
      <dgm:prSet/>
      <dgm:spPr/>
      <dgm:t>
        <a:bodyPr/>
        <a:lstStyle/>
        <a:p>
          <a:endParaRPr lang="en-US"/>
        </a:p>
      </dgm:t>
    </dgm:pt>
    <dgm:pt modelId="{87E32197-0CDF-44F7-8D10-B204A713D098}" type="sibTrans" cxnId="{FC548DA7-7AE0-41B2-BA66-B65A6C5E3C15}">
      <dgm:prSet/>
      <dgm:spPr/>
      <dgm:t>
        <a:bodyPr/>
        <a:lstStyle/>
        <a:p>
          <a:endParaRPr lang="en-US"/>
        </a:p>
      </dgm:t>
    </dgm:pt>
    <dgm:pt modelId="{98E46DA3-0269-4AC9-AAFB-90E3F355405F}">
      <dgm:prSet/>
      <dgm:spPr/>
      <dgm:t>
        <a:bodyPr/>
        <a:lstStyle/>
        <a:p>
          <a:r>
            <a:rPr lang="en-US"/>
            <a:t>- Went to NoInput instead of CheckGuess</a:t>
          </a:r>
        </a:p>
      </dgm:t>
    </dgm:pt>
    <dgm:pt modelId="{F15B2BC2-B233-4C03-9723-A50959BF85E3}" type="parTrans" cxnId="{F24B72E2-85B5-4B64-B601-00E02C4A0248}">
      <dgm:prSet/>
      <dgm:spPr/>
      <dgm:t>
        <a:bodyPr/>
        <a:lstStyle/>
        <a:p>
          <a:endParaRPr lang="en-US"/>
        </a:p>
      </dgm:t>
    </dgm:pt>
    <dgm:pt modelId="{6703E3F4-D37F-48E0-AB24-FC294220D901}" type="sibTrans" cxnId="{F24B72E2-85B5-4B64-B601-00E02C4A0248}">
      <dgm:prSet/>
      <dgm:spPr/>
      <dgm:t>
        <a:bodyPr/>
        <a:lstStyle/>
        <a:p>
          <a:endParaRPr lang="en-US"/>
        </a:p>
      </dgm:t>
    </dgm:pt>
    <dgm:pt modelId="{B6F485F1-13E9-42F7-AE7B-454BE86DE159}">
      <dgm:prSet/>
      <dgm:spPr/>
      <dgm:t>
        <a:bodyPr/>
        <a:lstStyle/>
        <a:p>
          <a:r>
            <a:rPr lang="en-US"/>
            <a:t>Solution:</a:t>
          </a:r>
        </a:p>
      </dgm:t>
    </dgm:pt>
    <dgm:pt modelId="{A7A7F4C5-6348-4FF0-8A05-F018E2763AAB}" type="parTrans" cxnId="{69D1D608-DFE3-4B7B-BC83-5B1E9958351A}">
      <dgm:prSet/>
      <dgm:spPr/>
      <dgm:t>
        <a:bodyPr/>
        <a:lstStyle/>
        <a:p>
          <a:endParaRPr lang="en-US"/>
        </a:p>
      </dgm:t>
    </dgm:pt>
    <dgm:pt modelId="{8A7F6979-0412-426D-99E1-594D7A9F2DDD}" type="sibTrans" cxnId="{69D1D608-DFE3-4B7B-BC83-5B1E9958351A}">
      <dgm:prSet/>
      <dgm:spPr/>
      <dgm:t>
        <a:bodyPr/>
        <a:lstStyle/>
        <a:p>
          <a:endParaRPr lang="en-US"/>
        </a:p>
      </dgm:t>
    </dgm:pt>
    <dgm:pt modelId="{FCEF2E5C-A89A-4F64-9CE6-91D443586198}">
      <dgm:prSet/>
      <dgm:spPr/>
      <dgm:t>
        <a:bodyPr/>
        <a:lstStyle/>
        <a:p>
          <a:r>
            <a:rPr lang="en-US"/>
            <a:t>- Added space removal before parsing:</a:t>
          </a:r>
        </a:p>
      </dgm:t>
    </dgm:pt>
    <dgm:pt modelId="{F51B89CE-A4BB-4509-8AF1-6B464516B7ED}" type="parTrans" cxnId="{0784EE6F-9FB3-4FDA-A5C6-C708FF569A60}">
      <dgm:prSet/>
      <dgm:spPr/>
      <dgm:t>
        <a:bodyPr/>
        <a:lstStyle/>
        <a:p>
          <a:endParaRPr lang="en-US"/>
        </a:p>
      </dgm:t>
    </dgm:pt>
    <dgm:pt modelId="{419CB61E-0B50-43E8-9FDC-A742DB6107F4}" type="sibTrans" cxnId="{0784EE6F-9FB3-4FDA-A5C6-C708FF569A60}">
      <dgm:prSet/>
      <dgm:spPr/>
      <dgm:t>
        <a:bodyPr/>
        <a:lstStyle/>
        <a:p>
          <a:endParaRPr lang="en-US"/>
        </a:p>
      </dgm:t>
    </dgm:pt>
    <dgm:pt modelId="{870E411E-1182-4D8E-9A2C-7E58C7CCC1F7}">
      <dgm:prSet/>
      <dgm:spPr/>
      <dgm:t>
        <a:bodyPr/>
        <a:lstStyle/>
        <a:p>
          <a:r>
            <a:rPr lang="en-US"/>
            <a:t>utterance.replace(/\s+/g, "")</a:t>
          </a:r>
        </a:p>
      </dgm:t>
    </dgm:pt>
    <dgm:pt modelId="{2408ED0F-A5AD-47AD-8237-E20A9BE12D2F}" type="parTrans" cxnId="{E1F14ECF-B49E-4118-AA93-84FAE089BBDB}">
      <dgm:prSet/>
      <dgm:spPr/>
      <dgm:t>
        <a:bodyPr/>
        <a:lstStyle/>
        <a:p>
          <a:endParaRPr lang="en-US"/>
        </a:p>
      </dgm:t>
    </dgm:pt>
    <dgm:pt modelId="{4E719A9D-C686-475B-A8D4-1880690988CE}" type="sibTrans" cxnId="{E1F14ECF-B49E-4118-AA93-84FAE089BBDB}">
      <dgm:prSet/>
      <dgm:spPr/>
      <dgm:t>
        <a:bodyPr/>
        <a:lstStyle/>
        <a:p>
          <a:endParaRPr lang="en-US"/>
        </a:p>
      </dgm:t>
    </dgm:pt>
    <dgm:pt modelId="{8DBE16FB-5A56-4041-BA92-0A504425139E}">
      <dgm:prSet/>
      <dgm:spPr/>
      <dgm:t>
        <a:bodyPr/>
        <a:lstStyle/>
        <a:p>
          <a:r>
            <a:rPr lang="en-US"/>
            <a:t>- "96 690" → "96690" → parsed correctly as 96690</a:t>
          </a:r>
        </a:p>
      </dgm:t>
    </dgm:pt>
    <dgm:pt modelId="{4F3779E3-8080-4B26-9080-FA882064A7C6}" type="parTrans" cxnId="{275812F9-A607-4AF3-9577-9C7B9B89AA6D}">
      <dgm:prSet/>
      <dgm:spPr/>
      <dgm:t>
        <a:bodyPr/>
        <a:lstStyle/>
        <a:p>
          <a:endParaRPr lang="en-US"/>
        </a:p>
      </dgm:t>
    </dgm:pt>
    <dgm:pt modelId="{8796E466-BEBB-4E59-BEFA-FB692DAE8601}" type="sibTrans" cxnId="{275812F9-A607-4AF3-9577-9C7B9B89AA6D}">
      <dgm:prSet/>
      <dgm:spPr/>
      <dgm:t>
        <a:bodyPr/>
        <a:lstStyle/>
        <a:p>
          <a:endParaRPr lang="en-US"/>
        </a:p>
      </dgm:t>
    </dgm:pt>
    <dgm:pt modelId="{8E1F4277-4C29-48CF-963E-135605701B5F}" type="pres">
      <dgm:prSet presAssocID="{80FD26DE-F8F7-498D-8D9E-C44DE034B7DD}" presName="vert0" presStyleCnt="0">
        <dgm:presLayoutVars>
          <dgm:dir/>
          <dgm:animOne val="branch"/>
          <dgm:animLvl val="lvl"/>
        </dgm:presLayoutVars>
      </dgm:prSet>
      <dgm:spPr/>
    </dgm:pt>
    <dgm:pt modelId="{F4B102D3-D919-4CA5-A301-D816D8144BD9}" type="pres">
      <dgm:prSet presAssocID="{8551EB57-4CD3-4EFD-B8FA-C843992F5F8A}" presName="thickLine" presStyleLbl="alignNode1" presStyleIdx="0" presStyleCnt="9"/>
      <dgm:spPr/>
    </dgm:pt>
    <dgm:pt modelId="{34BFB71D-F07A-4C60-BA84-35ECC6192C3D}" type="pres">
      <dgm:prSet presAssocID="{8551EB57-4CD3-4EFD-B8FA-C843992F5F8A}" presName="horz1" presStyleCnt="0"/>
      <dgm:spPr/>
    </dgm:pt>
    <dgm:pt modelId="{670F030B-6E0F-4D46-B48D-7A79821F397B}" type="pres">
      <dgm:prSet presAssocID="{8551EB57-4CD3-4EFD-B8FA-C843992F5F8A}" presName="tx1" presStyleLbl="revTx" presStyleIdx="0" presStyleCnt="9"/>
      <dgm:spPr/>
    </dgm:pt>
    <dgm:pt modelId="{848DFAF6-C203-419D-81B9-B2FA9FDA78DB}" type="pres">
      <dgm:prSet presAssocID="{8551EB57-4CD3-4EFD-B8FA-C843992F5F8A}" presName="vert1" presStyleCnt="0"/>
      <dgm:spPr/>
    </dgm:pt>
    <dgm:pt modelId="{FD61E23C-6667-4D42-AB67-09D0DBCE5914}" type="pres">
      <dgm:prSet presAssocID="{F1C2649A-70D7-4CE6-8F26-AF06189DFAC6}" presName="thickLine" presStyleLbl="alignNode1" presStyleIdx="1" presStyleCnt="9"/>
      <dgm:spPr/>
    </dgm:pt>
    <dgm:pt modelId="{FEB19AC7-E300-48A3-983F-EE6F3EF08122}" type="pres">
      <dgm:prSet presAssocID="{F1C2649A-70D7-4CE6-8F26-AF06189DFAC6}" presName="horz1" presStyleCnt="0"/>
      <dgm:spPr/>
    </dgm:pt>
    <dgm:pt modelId="{FE65E8FA-CC65-48EC-99F2-C2F67CFF7D79}" type="pres">
      <dgm:prSet presAssocID="{F1C2649A-70D7-4CE6-8F26-AF06189DFAC6}" presName="tx1" presStyleLbl="revTx" presStyleIdx="1" presStyleCnt="9"/>
      <dgm:spPr/>
    </dgm:pt>
    <dgm:pt modelId="{A6BB6429-F6E8-4BAE-8A8F-5ADAD036F010}" type="pres">
      <dgm:prSet presAssocID="{F1C2649A-70D7-4CE6-8F26-AF06189DFAC6}" presName="vert1" presStyleCnt="0"/>
      <dgm:spPr/>
    </dgm:pt>
    <dgm:pt modelId="{26AA49B8-D655-4E02-A466-E90843C70096}" type="pres">
      <dgm:prSet presAssocID="{D14F5F9B-6E3C-48A2-8384-4D4CA4824E3A}" presName="thickLine" presStyleLbl="alignNode1" presStyleIdx="2" presStyleCnt="9"/>
      <dgm:spPr/>
    </dgm:pt>
    <dgm:pt modelId="{1A2D5FF5-1B6A-4AE2-957F-43857D0B4BB7}" type="pres">
      <dgm:prSet presAssocID="{D14F5F9B-6E3C-48A2-8384-4D4CA4824E3A}" presName="horz1" presStyleCnt="0"/>
      <dgm:spPr/>
    </dgm:pt>
    <dgm:pt modelId="{5E3C1A3F-B7D8-48AB-88E5-3FA1B37FA92F}" type="pres">
      <dgm:prSet presAssocID="{D14F5F9B-6E3C-48A2-8384-4D4CA4824E3A}" presName="tx1" presStyleLbl="revTx" presStyleIdx="2" presStyleCnt="9"/>
      <dgm:spPr/>
    </dgm:pt>
    <dgm:pt modelId="{FC9DE736-22EF-43D1-B445-1329B5A9CDC9}" type="pres">
      <dgm:prSet presAssocID="{D14F5F9B-6E3C-48A2-8384-4D4CA4824E3A}" presName="vert1" presStyleCnt="0"/>
      <dgm:spPr/>
    </dgm:pt>
    <dgm:pt modelId="{F84CF606-5527-47AD-BE3F-F8795FC3D4F2}" type="pres">
      <dgm:prSet presAssocID="{4D8FACCC-03DE-4F9B-A7F1-871C9D4AB2C9}" presName="thickLine" presStyleLbl="alignNode1" presStyleIdx="3" presStyleCnt="9"/>
      <dgm:spPr/>
    </dgm:pt>
    <dgm:pt modelId="{9CABA6E6-6B72-4831-B362-2FA13DBC0E45}" type="pres">
      <dgm:prSet presAssocID="{4D8FACCC-03DE-4F9B-A7F1-871C9D4AB2C9}" presName="horz1" presStyleCnt="0"/>
      <dgm:spPr/>
    </dgm:pt>
    <dgm:pt modelId="{213314E9-C9C3-45C2-AB0A-0651F1391356}" type="pres">
      <dgm:prSet presAssocID="{4D8FACCC-03DE-4F9B-A7F1-871C9D4AB2C9}" presName="tx1" presStyleLbl="revTx" presStyleIdx="3" presStyleCnt="9"/>
      <dgm:spPr/>
    </dgm:pt>
    <dgm:pt modelId="{B253DC40-6198-47B5-A3C6-313702C947F8}" type="pres">
      <dgm:prSet presAssocID="{4D8FACCC-03DE-4F9B-A7F1-871C9D4AB2C9}" presName="vert1" presStyleCnt="0"/>
      <dgm:spPr/>
    </dgm:pt>
    <dgm:pt modelId="{5667FAC5-29AE-4C36-8CAC-485581E260C3}" type="pres">
      <dgm:prSet presAssocID="{98E46DA3-0269-4AC9-AAFB-90E3F355405F}" presName="thickLine" presStyleLbl="alignNode1" presStyleIdx="4" presStyleCnt="9"/>
      <dgm:spPr/>
    </dgm:pt>
    <dgm:pt modelId="{64D779A2-0E34-43BF-951C-76C70CA209B5}" type="pres">
      <dgm:prSet presAssocID="{98E46DA3-0269-4AC9-AAFB-90E3F355405F}" presName="horz1" presStyleCnt="0"/>
      <dgm:spPr/>
    </dgm:pt>
    <dgm:pt modelId="{35D40CFA-AD6C-42BF-BBBE-97153110A942}" type="pres">
      <dgm:prSet presAssocID="{98E46DA3-0269-4AC9-AAFB-90E3F355405F}" presName="tx1" presStyleLbl="revTx" presStyleIdx="4" presStyleCnt="9"/>
      <dgm:spPr/>
    </dgm:pt>
    <dgm:pt modelId="{C4874451-67D6-4A51-9EEE-9A622803C3CB}" type="pres">
      <dgm:prSet presAssocID="{98E46DA3-0269-4AC9-AAFB-90E3F355405F}" presName="vert1" presStyleCnt="0"/>
      <dgm:spPr/>
    </dgm:pt>
    <dgm:pt modelId="{1E4239A4-4E1C-4AC9-8A8C-A0B3BF74E712}" type="pres">
      <dgm:prSet presAssocID="{B6F485F1-13E9-42F7-AE7B-454BE86DE159}" presName="thickLine" presStyleLbl="alignNode1" presStyleIdx="5" presStyleCnt="9"/>
      <dgm:spPr/>
    </dgm:pt>
    <dgm:pt modelId="{A78013CD-01CF-4F71-8255-A8BA5AD8816D}" type="pres">
      <dgm:prSet presAssocID="{B6F485F1-13E9-42F7-AE7B-454BE86DE159}" presName="horz1" presStyleCnt="0"/>
      <dgm:spPr/>
    </dgm:pt>
    <dgm:pt modelId="{2EBDFEA6-C906-42C6-91C2-D4859D661094}" type="pres">
      <dgm:prSet presAssocID="{B6F485F1-13E9-42F7-AE7B-454BE86DE159}" presName="tx1" presStyleLbl="revTx" presStyleIdx="5" presStyleCnt="9"/>
      <dgm:spPr/>
    </dgm:pt>
    <dgm:pt modelId="{0752ACD0-113F-403A-89F9-A4EC2752B0C7}" type="pres">
      <dgm:prSet presAssocID="{B6F485F1-13E9-42F7-AE7B-454BE86DE159}" presName="vert1" presStyleCnt="0"/>
      <dgm:spPr/>
    </dgm:pt>
    <dgm:pt modelId="{F505B3F8-3C53-4799-9C60-890415E1D448}" type="pres">
      <dgm:prSet presAssocID="{FCEF2E5C-A89A-4F64-9CE6-91D443586198}" presName="thickLine" presStyleLbl="alignNode1" presStyleIdx="6" presStyleCnt="9"/>
      <dgm:spPr/>
    </dgm:pt>
    <dgm:pt modelId="{8228A075-262A-4327-B20C-14571B685248}" type="pres">
      <dgm:prSet presAssocID="{FCEF2E5C-A89A-4F64-9CE6-91D443586198}" presName="horz1" presStyleCnt="0"/>
      <dgm:spPr/>
    </dgm:pt>
    <dgm:pt modelId="{BB71C1FC-766B-4713-BCCA-501D7D49EBFC}" type="pres">
      <dgm:prSet presAssocID="{FCEF2E5C-A89A-4F64-9CE6-91D443586198}" presName="tx1" presStyleLbl="revTx" presStyleIdx="6" presStyleCnt="9"/>
      <dgm:spPr/>
    </dgm:pt>
    <dgm:pt modelId="{16C94929-D38C-4B6D-AE5A-C76750E41CA3}" type="pres">
      <dgm:prSet presAssocID="{FCEF2E5C-A89A-4F64-9CE6-91D443586198}" presName="vert1" presStyleCnt="0"/>
      <dgm:spPr/>
    </dgm:pt>
    <dgm:pt modelId="{F4FD467E-A7B2-42A3-938B-DDB74862960E}" type="pres">
      <dgm:prSet presAssocID="{870E411E-1182-4D8E-9A2C-7E58C7CCC1F7}" presName="thickLine" presStyleLbl="alignNode1" presStyleIdx="7" presStyleCnt="9"/>
      <dgm:spPr/>
    </dgm:pt>
    <dgm:pt modelId="{B82239F5-BA6E-4801-ADB4-B5CC3A95C2CA}" type="pres">
      <dgm:prSet presAssocID="{870E411E-1182-4D8E-9A2C-7E58C7CCC1F7}" presName="horz1" presStyleCnt="0"/>
      <dgm:spPr/>
    </dgm:pt>
    <dgm:pt modelId="{8EA2B7C3-C5B5-4F54-9321-38A74EA6CA5A}" type="pres">
      <dgm:prSet presAssocID="{870E411E-1182-4D8E-9A2C-7E58C7CCC1F7}" presName="tx1" presStyleLbl="revTx" presStyleIdx="7" presStyleCnt="9"/>
      <dgm:spPr/>
    </dgm:pt>
    <dgm:pt modelId="{5638BEF7-407E-475E-8F31-0E3F7A7DBE2A}" type="pres">
      <dgm:prSet presAssocID="{870E411E-1182-4D8E-9A2C-7E58C7CCC1F7}" presName="vert1" presStyleCnt="0"/>
      <dgm:spPr/>
    </dgm:pt>
    <dgm:pt modelId="{D9686B4B-9F89-484F-8F51-A9D07B71DDDC}" type="pres">
      <dgm:prSet presAssocID="{8DBE16FB-5A56-4041-BA92-0A504425139E}" presName="thickLine" presStyleLbl="alignNode1" presStyleIdx="8" presStyleCnt="9"/>
      <dgm:spPr/>
    </dgm:pt>
    <dgm:pt modelId="{598D81D7-C7C7-4B7B-B7FA-38CC7A5FAC1B}" type="pres">
      <dgm:prSet presAssocID="{8DBE16FB-5A56-4041-BA92-0A504425139E}" presName="horz1" presStyleCnt="0"/>
      <dgm:spPr/>
    </dgm:pt>
    <dgm:pt modelId="{3CE45343-3990-43EF-887E-794795EBA77D}" type="pres">
      <dgm:prSet presAssocID="{8DBE16FB-5A56-4041-BA92-0A504425139E}" presName="tx1" presStyleLbl="revTx" presStyleIdx="8" presStyleCnt="9"/>
      <dgm:spPr/>
    </dgm:pt>
    <dgm:pt modelId="{47287297-6FE4-41B9-997B-443C60272584}" type="pres">
      <dgm:prSet presAssocID="{8DBE16FB-5A56-4041-BA92-0A504425139E}" presName="vert1" presStyleCnt="0"/>
      <dgm:spPr/>
    </dgm:pt>
  </dgm:ptLst>
  <dgm:cxnLst>
    <dgm:cxn modelId="{69D1D608-DFE3-4B7B-BC83-5B1E9958351A}" srcId="{80FD26DE-F8F7-498D-8D9E-C44DE034B7DD}" destId="{B6F485F1-13E9-42F7-AE7B-454BE86DE159}" srcOrd="5" destOrd="0" parTransId="{A7A7F4C5-6348-4FF0-8A05-F018E2763AAB}" sibTransId="{8A7F6979-0412-426D-99E1-594D7A9F2DDD}"/>
    <dgm:cxn modelId="{738C7C10-D9C8-4901-8DA8-DD23663442E3}" srcId="{80FD26DE-F8F7-498D-8D9E-C44DE034B7DD}" destId="{8551EB57-4CD3-4EFD-B8FA-C843992F5F8A}" srcOrd="0" destOrd="0" parTransId="{A1707F77-BE7C-4BC9-B3C2-0B89E2777566}" sibTransId="{DFC1A894-39F7-480C-841A-1AD47454C747}"/>
    <dgm:cxn modelId="{AB5BCE11-4422-415F-AAF2-2A2D8DCD769F}" type="presOf" srcId="{98E46DA3-0269-4AC9-AAFB-90E3F355405F}" destId="{35D40CFA-AD6C-42BF-BBBE-97153110A942}" srcOrd="0" destOrd="0" presId="urn:microsoft.com/office/officeart/2008/layout/LinedList"/>
    <dgm:cxn modelId="{1B6C3727-C3A7-416E-A18B-293FC518210F}" type="presOf" srcId="{FCEF2E5C-A89A-4F64-9CE6-91D443586198}" destId="{BB71C1FC-766B-4713-BCCA-501D7D49EBFC}" srcOrd="0" destOrd="0" presId="urn:microsoft.com/office/officeart/2008/layout/LinedList"/>
    <dgm:cxn modelId="{578E6A46-AE43-4E2B-A238-9D1423EB97D6}" type="presOf" srcId="{F1C2649A-70D7-4CE6-8F26-AF06189DFAC6}" destId="{FE65E8FA-CC65-48EC-99F2-C2F67CFF7D79}" srcOrd="0" destOrd="0" presId="urn:microsoft.com/office/officeart/2008/layout/LinedList"/>
    <dgm:cxn modelId="{C3B10756-0791-45FE-AA32-AB675BDF3563}" type="presOf" srcId="{D14F5F9B-6E3C-48A2-8384-4D4CA4824E3A}" destId="{5E3C1A3F-B7D8-48AB-88E5-3FA1B37FA92F}" srcOrd="0" destOrd="0" presId="urn:microsoft.com/office/officeart/2008/layout/LinedList"/>
    <dgm:cxn modelId="{C068E55A-94BC-40D6-BAA5-24A3634C4F87}" type="presOf" srcId="{80FD26DE-F8F7-498D-8D9E-C44DE034B7DD}" destId="{8E1F4277-4C29-48CF-963E-135605701B5F}" srcOrd="0" destOrd="0" presId="urn:microsoft.com/office/officeart/2008/layout/LinedList"/>
    <dgm:cxn modelId="{491E5569-507F-4C0A-88E8-D9970FE09C54}" type="presOf" srcId="{8DBE16FB-5A56-4041-BA92-0A504425139E}" destId="{3CE45343-3990-43EF-887E-794795EBA77D}" srcOrd="0" destOrd="0" presId="urn:microsoft.com/office/officeart/2008/layout/LinedList"/>
    <dgm:cxn modelId="{0784EE6F-9FB3-4FDA-A5C6-C708FF569A60}" srcId="{80FD26DE-F8F7-498D-8D9E-C44DE034B7DD}" destId="{FCEF2E5C-A89A-4F64-9CE6-91D443586198}" srcOrd="6" destOrd="0" parTransId="{F51B89CE-A4BB-4509-8AF1-6B464516B7ED}" sibTransId="{419CB61E-0B50-43E8-9FDC-A742DB6107F4}"/>
    <dgm:cxn modelId="{11E89774-E571-430B-92C3-EE7C6FC61DCD}" type="presOf" srcId="{4D8FACCC-03DE-4F9B-A7F1-871C9D4AB2C9}" destId="{213314E9-C9C3-45C2-AB0A-0651F1391356}" srcOrd="0" destOrd="0" presId="urn:microsoft.com/office/officeart/2008/layout/LinedList"/>
    <dgm:cxn modelId="{DFF81177-2FF1-45AA-BD7F-E0491A1390E0}" srcId="{80FD26DE-F8F7-498D-8D9E-C44DE034B7DD}" destId="{D14F5F9B-6E3C-48A2-8384-4D4CA4824E3A}" srcOrd="2" destOrd="0" parTransId="{BBC9F7F1-76FE-49CB-8D5B-E391F2C17C3A}" sibTransId="{24EB4D64-9B84-4F68-8BCA-124113DF9F7A}"/>
    <dgm:cxn modelId="{FC548DA7-7AE0-41B2-BA66-B65A6C5E3C15}" srcId="{80FD26DE-F8F7-498D-8D9E-C44DE034B7DD}" destId="{4D8FACCC-03DE-4F9B-A7F1-871C9D4AB2C9}" srcOrd="3" destOrd="0" parTransId="{9C31FD99-4A21-486E-A77A-997BAD945DC9}" sibTransId="{87E32197-0CDF-44F7-8D10-B204A713D098}"/>
    <dgm:cxn modelId="{4FD24FC7-8E16-4544-AB14-3851E6469606}" srcId="{80FD26DE-F8F7-498D-8D9E-C44DE034B7DD}" destId="{F1C2649A-70D7-4CE6-8F26-AF06189DFAC6}" srcOrd="1" destOrd="0" parTransId="{4AD9CE39-B344-4C65-AA82-3C6BD5CD1952}" sibTransId="{4426F16B-378B-4522-9A72-B24DA0EB1AF6}"/>
    <dgm:cxn modelId="{BD4838C8-7D0C-4BB2-A248-E65E1ABEB787}" type="presOf" srcId="{870E411E-1182-4D8E-9A2C-7E58C7CCC1F7}" destId="{8EA2B7C3-C5B5-4F54-9321-38A74EA6CA5A}" srcOrd="0" destOrd="0" presId="urn:microsoft.com/office/officeart/2008/layout/LinedList"/>
    <dgm:cxn modelId="{E1F14ECF-B49E-4118-AA93-84FAE089BBDB}" srcId="{80FD26DE-F8F7-498D-8D9E-C44DE034B7DD}" destId="{870E411E-1182-4D8E-9A2C-7E58C7CCC1F7}" srcOrd="7" destOrd="0" parTransId="{2408ED0F-A5AD-47AD-8237-E20A9BE12D2F}" sibTransId="{4E719A9D-C686-475B-A8D4-1880690988CE}"/>
    <dgm:cxn modelId="{CE1D6AD0-86C5-48CE-944A-269854E2D59D}" type="presOf" srcId="{B6F485F1-13E9-42F7-AE7B-454BE86DE159}" destId="{2EBDFEA6-C906-42C6-91C2-D4859D661094}" srcOrd="0" destOrd="0" presId="urn:microsoft.com/office/officeart/2008/layout/LinedList"/>
    <dgm:cxn modelId="{DF654ADA-D8A0-4E92-8316-C3A46F9D771E}" type="presOf" srcId="{8551EB57-4CD3-4EFD-B8FA-C843992F5F8A}" destId="{670F030B-6E0F-4D46-B48D-7A79821F397B}" srcOrd="0" destOrd="0" presId="urn:microsoft.com/office/officeart/2008/layout/LinedList"/>
    <dgm:cxn modelId="{F24B72E2-85B5-4B64-B601-00E02C4A0248}" srcId="{80FD26DE-F8F7-498D-8D9E-C44DE034B7DD}" destId="{98E46DA3-0269-4AC9-AAFB-90E3F355405F}" srcOrd="4" destOrd="0" parTransId="{F15B2BC2-B233-4C03-9723-A50959BF85E3}" sibTransId="{6703E3F4-D37F-48E0-AB24-FC294220D901}"/>
    <dgm:cxn modelId="{275812F9-A607-4AF3-9577-9C7B9B89AA6D}" srcId="{80FD26DE-F8F7-498D-8D9E-C44DE034B7DD}" destId="{8DBE16FB-5A56-4041-BA92-0A504425139E}" srcOrd="8" destOrd="0" parTransId="{4F3779E3-8080-4B26-9080-FA882064A7C6}" sibTransId="{8796E466-BEBB-4E59-BEFA-FB692DAE8601}"/>
    <dgm:cxn modelId="{267DFEFB-FC68-4B56-AD32-C7D2D5751B99}" type="presParOf" srcId="{8E1F4277-4C29-48CF-963E-135605701B5F}" destId="{F4B102D3-D919-4CA5-A301-D816D8144BD9}" srcOrd="0" destOrd="0" presId="urn:microsoft.com/office/officeart/2008/layout/LinedList"/>
    <dgm:cxn modelId="{1293984B-3DE1-49D5-A10F-C447AB4567D3}" type="presParOf" srcId="{8E1F4277-4C29-48CF-963E-135605701B5F}" destId="{34BFB71D-F07A-4C60-BA84-35ECC6192C3D}" srcOrd="1" destOrd="0" presId="urn:microsoft.com/office/officeart/2008/layout/LinedList"/>
    <dgm:cxn modelId="{004F9E5E-52F7-457F-AC39-BBBC525FD422}" type="presParOf" srcId="{34BFB71D-F07A-4C60-BA84-35ECC6192C3D}" destId="{670F030B-6E0F-4D46-B48D-7A79821F397B}" srcOrd="0" destOrd="0" presId="urn:microsoft.com/office/officeart/2008/layout/LinedList"/>
    <dgm:cxn modelId="{3EE146BA-1660-436F-9EFA-F09C874888F1}" type="presParOf" srcId="{34BFB71D-F07A-4C60-BA84-35ECC6192C3D}" destId="{848DFAF6-C203-419D-81B9-B2FA9FDA78DB}" srcOrd="1" destOrd="0" presId="urn:microsoft.com/office/officeart/2008/layout/LinedList"/>
    <dgm:cxn modelId="{A8E68A14-A74F-48F7-AA4D-EB34F8F864C5}" type="presParOf" srcId="{8E1F4277-4C29-48CF-963E-135605701B5F}" destId="{FD61E23C-6667-4D42-AB67-09D0DBCE5914}" srcOrd="2" destOrd="0" presId="urn:microsoft.com/office/officeart/2008/layout/LinedList"/>
    <dgm:cxn modelId="{D5A2D0C7-E770-4A27-92DB-A58053E4EE1A}" type="presParOf" srcId="{8E1F4277-4C29-48CF-963E-135605701B5F}" destId="{FEB19AC7-E300-48A3-983F-EE6F3EF08122}" srcOrd="3" destOrd="0" presId="urn:microsoft.com/office/officeart/2008/layout/LinedList"/>
    <dgm:cxn modelId="{F5FA7623-4C94-46EF-A6E7-51CCEE29D89F}" type="presParOf" srcId="{FEB19AC7-E300-48A3-983F-EE6F3EF08122}" destId="{FE65E8FA-CC65-48EC-99F2-C2F67CFF7D79}" srcOrd="0" destOrd="0" presId="urn:microsoft.com/office/officeart/2008/layout/LinedList"/>
    <dgm:cxn modelId="{72B6259A-99FF-4B65-9B10-4B4D2019D6B0}" type="presParOf" srcId="{FEB19AC7-E300-48A3-983F-EE6F3EF08122}" destId="{A6BB6429-F6E8-4BAE-8A8F-5ADAD036F010}" srcOrd="1" destOrd="0" presId="urn:microsoft.com/office/officeart/2008/layout/LinedList"/>
    <dgm:cxn modelId="{04DE5956-A3BA-4385-AF8C-72B82A406676}" type="presParOf" srcId="{8E1F4277-4C29-48CF-963E-135605701B5F}" destId="{26AA49B8-D655-4E02-A466-E90843C70096}" srcOrd="4" destOrd="0" presId="urn:microsoft.com/office/officeart/2008/layout/LinedList"/>
    <dgm:cxn modelId="{B758D86E-C445-44D9-A6BF-445793F973C2}" type="presParOf" srcId="{8E1F4277-4C29-48CF-963E-135605701B5F}" destId="{1A2D5FF5-1B6A-4AE2-957F-43857D0B4BB7}" srcOrd="5" destOrd="0" presId="urn:microsoft.com/office/officeart/2008/layout/LinedList"/>
    <dgm:cxn modelId="{401B1F04-22E6-4E36-9048-0D6081AE2439}" type="presParOf" srcId="{1A2D5FF5-1B6A-4AE2-957F-43857D0B4BB7}" destId="{5E3C1A3F-B7D8-48AB-88E5-3FA1B37FA92F}" srcOrd="0" destOrd="0" presId="urn:microsoft.com/office/officeart/2008/layout/LinedList"/>
    <dgm:cxn modelId="{C939236E-3E7C-47A9-90FA-827424D13C51}" type="presParOf" srcId="{1A2D5FF5-1B6A-4AE2-957F-43857D0B4BB7}" destId="{FC9DE736-22EF-43D1-B445-1329B5A9CDC9}" srcOrd="1" destOrd="0" presId="urn:microsoft.com/office/officeart/2008/layout/LinedList"/>
    <dgm:cxn modelId="{5C068C15-95D9-4846-A66B-B1A63BEA6BC2}" type="presParOf" srcId="{8E1F4277-4C29-48CF-963E-135605701B5F}" destId="{F84CF606-5527-47AD-BE3F-F8795FC3D4F2}" srcOrd="6" destOrd="0" presId="urn:microsoft.com/office/officeart/2008/layout/LinedList"/>
    <dgm:cxn modelId="{65313828-B008-48F4-9F37-095034924250}" type="presParOf" srcId="{8E1F4277-4C29-48CF-963E-135605701B5F}" destId="{9CABA6E6-6B72-4831-B362-2FA13DBC0E45}" srcOrd="7" destOrd="0" presId="urn:microsoft.com/office/officeart/2008/layout/LinedList"/>
    <dgm:cxn modelId="{3767F1BF-6991-4500-9A34-24E9CF0986FE}" type="presParOf" srcId="{9CABA6E6-6B72-4831-B362-2FA13DBC0E45}" destId="{213314E9-C9C3-45C2-AB0A-0651F1391356}" srcOrd="0" destOrd="0" presId="urn:microsoft.com/office/officeart/2008/layout/LinedList"/>
    <dgm:cxn modelId="{97D76AD8-7DD3-4CA6-9116-A4ACE5E2641E}" type="presParOf" srcId="{9CABA6E6-6B72-4831-B362-2FA13DBC0E45}" destId="{B253DC40-6198-47B5-A3C6-313702C947F8}" srcOrd="1" destOrd="0" presId="urn:microsoft.com/office/officeart/2008/layout/LinedList"/>
    <dgm:cxn modelId="{58B1AB14-CAC6-4F7D-87F5-AFEC69057F16}" type="presParOf" srcId="{8E1F4277-4C29-48CF-963E-135605701B5F}" destId="{5667FAC5-29AE-4C36-8CAC-485581E260C3}" srcOrd="8" destOrd="0" presId="urn:microsoft.com/office/officeart/2008/layout/LinedList"/>
    <dgm:cxn modelId="{BA292C9D-76EF-4556-882F-A73FB035C855}" type="presParOf" srcId="{8E1F4277-4C29-48CF-963E-135605701B5F}" destId="{64D779A2-0E34-43BF-951C-76C70CA209B5}" srcOrd="9" destOrd="0" presId="urn:microsoft.com/office/officeart/2008/layout/LinedList"/>
    <dgm:cxn modelId="{030C1408-0EF7-482B-AA97-F8E19834C79B}" type="presParOf" srcId="{64D779A2-0E34-43BF-951C-76C70CA209B5}" destId="{35D40CFA-AD6C-42BF-BBBE-97153110A942}" srcOrd="0" destOrd="0" presId="urn:microsoft.com/office/officeart/2008/layout/LinedList"/>
    <dgm:cxn modelId="{21654B65-08F1-4604-9E99-B1E5ADCF78B9}" type="presParOf" srcId="{64D779A2-0E34-43BF-951C-76C70CA209B5}" destId="{C4874451-67D6-4A51-9EEE-9A622803C3CB}" srcOrd="1" destOrd="0" presId="urn:microsoft.com/office/officeart/2008/layout/LinedList"/>
    <dgm:cxn modelId="{6482D483-6A27-4F9E-8078-0AD562B87F1C}" type="presParOf" srcId="{8E1F4277-4C29-48CF-963E-135605701B5F}" destId="{1E4239A4-4E1C-4AC9-8A8C-A0B3BF74E712}" srcOrd="10" destOrd="0" presId="urn:microsoft.com/office/officeart/2008/layout/LinedList"/>
    <dgm:cxn modelId="{41362610-12B7-4D49-B272-7D1D091815DC}" type="presParOf" srcId="{8E1F4277-4C29-48CF-963E-135605701B5F}" destId="{A78013CD-01CF-4F71-8255-A8BA5AD8816D}" srcOrd="11" destOrd="0" presId="urn:microsoft.com/office/officeart/2008/layout/LinedList"/>
    <dgm:cxn modelId="{0213E465-74E9-4717-9D71-810E9781EB48}" type="presParOf" srcId="{A78013CD-01CF-4F71-8255-A8BA5AD8816D}" destId="{2EBDFEA6-C906-42C6-91C2-D4859D661094}" srcOrd="0" destOrd="0" presId="urn:microsoft.com/office/officeart/2008/layout/LinedList"/>
    <dgm:cxn modelId="{4262D4B6-3BAD-4BC0-A2F0-C826ECF07698}" type="presParOf" srcId="{A78013CD-01CF-4F71-8255-A8BA5AD8816D}" destId="{0752ACD0-113F-403A-89F9-A4EC2752B0C7}" srcOrd="1" destOrd="0" presId="urn:microsoft.com/office/officeart/2008/layout/LinedList"/>
    <dgm:cxn modelId="{15B68FD7-4E7D-4EE6-BEC1-ED8250AA6EB3}" type="presParOf" srcId="{8E1F4277-4C29-48CF-963E-135605701B5F}" destId="{F505B3F8-3C53-4799-9C60-890415E1D448}" srcOrd="12" destOrd="0" presId="urn:microsoft.com/office/officeart/2008/layout/LinedList"/>
    <dgm:cxn modelId="{DB2DB64E-B159-41B8-8703-FC0770B9AA53}" type="presParOf" srcId="{8E1F4277-4C29-48CF-963E-135605701B5F}" destId="{8228A075-262A-4327-B20C-14571B685248}" srcOrd="13" destOrd="0" presId="urn:microsoft.com/office/officeart/2008/layout/LinedList"/>
    <dgm:cxn modelId="{B5688EC5-144A-421A-82F1-5EA9E021FF37}" type="presParOf" srcId="{8228A075-262A-4327-B20C-14571B685248}" destId="{BB71C1FC-766B-4713-BCCA-501D7D49EBFC}" srcOrd="0" destOrd="0" presId="urn:microsoft.com/office/officeart/2008/layout/LinedList"/>
    <dgm:cxn modelId="{52E37F3A-A7ED-4104-BCD8-07B250138C16}" type="presParOf" srcId="{8228A075-262A-4327-B20C-14571B685248}" destId="{16C94929-D38C-4B6D-AE5A-C76750E41CA3}" srcOrd="1" destOrd="0" presId="urn:microsoft.com/office/officeart/2008/layout/LinedList"/>
    <dgm:cxn modelId="{DA1DFD45-4D02-43E8-8810-B34C008CF94F}" type="presParOf" srcId="{8E1F4277-4C29-48CF-963E-135605701B5F}" destId="{F4FD467E-A7B2-42A3-938B-DDB74862960E}" srcOrd="14" destOrd="0" presId="urn:microsoft.com/office/officeart/2008/layout/LinedList"/>
    <dgm:cxn modelId="{539FBF31-057F-40E2-A3DD-4AE8DED58C5B}" type="presParOf" srcId="{8E1F4277-4C29-48CF-963E-135605701B5F}" destId="{B82239F5-BA6E-4801-ADB4-B5CC3A95C2CA}" srcOrd="15" destOrd="0" presId="urn:microsoft.com/office/officeart/2008/layout/LinedList"/>
    <dgm:cxn modelId="{657C4274-746F-43B8-BFBB-789BBD6A1AC2}" type="presParOf" srcId="{B82239F5-BA6E-4801-ADB4-B5CC3A95C2CA}" destId="{8EA2B7C3-C5B5-4F54-9321-38A74EA6CA5A}" srcOrd="0" destOrd="0" presId="urn:microsoft.com/office/officeart/2008/layout/LinedList"/>
    <dgm:cxn modelId="{99FF5BCD-DF6A-41C2-8600-FB7771F547B2}" type="presParOf" srcId="{B82239F5-BA6E-4801-ADB4-B5CC3A95C2CA}" destId="{5638BEF7-407E-475E-8F31-0E3F7A7DBE2A}" srcOrd="1" destOrd="0" presId="urn:microsoft.com/office/officeart/2008/layout/LinedList"/>
    <dgm:cxn modelId="{652CB532-66CC-492C-AA93-535452E7B953}" type="presParOf" srcId="{8E1F4277-4C29-48CF-963E-135605701B5F}" destId="{D9686B4B-9F89-484F-8F51-A9D07B71DDDC}" srcOrd="16" destOrd="0" presId="urn:microsoft.com/office/officeart/2008/layout/LinedList"/>
    <dgm:cxn modelId="{052A0D82-B1B3-47BD-97C4-787D60518C22}" type="presParOf" srcId="{8E1F4277-4C29-48CF-963E-135605701B5F}" destId="{598D81D7-C7C7-4B7B-B7FA-38CC7A5FAC1B}" srcOrd="17" destOrd="0" presId="urn:microsoft.com/office/officeart/2008/layout/LinedList"/>
    <dgm:cxn modelId="{7B95280C-85E0-4531-BAAB-4B1F2F1BD845}" type="presParOf" srcId="{598D81D7-C7C7-4B7B-B7FA-38CC7A5FAC1B}" destId="{3CE45343-3990-43EF-887E-794795EBA77D}" srcOrd="0" destOrd="0" presId="urn:microsoft.com/office/officeart/2008/layout/LinedList"/>
    <dgm:cxn modelId="{29891B3C-FCEE-407C-AC1E-15FBC9131384}" type="presParOf" srcId="{598D81D7-C7C7-4B7B-B7FA-38CC7A5FAC1B}" destId="{47287297-6FE4-41B9-997B-443C6027258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57FA8E7-4C95-4C55-B778-5E2DABAEBC9E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4DE58F59-E1CB-4A4D-87E4-D0E8E826C53E}">
      <dgm:prSet/>
      <dgm:spPr/>
      <dgm:t>
        <a:bodyPr/>
        <a:lstStyle/>
        <a:p>
          <a:r>
            <a:rPr lang="en-US"/>
            <a:t>Problem:</a:t>
          </a:r>
        </a:p>
      </dgm:t>
    </dgm:pt>
    <dgm:pt modelId="{8F801AC0-F794-46D7-98A5-8EA339472743}" type="parTrans" cxnId="{7A212F78-D0B3-41CE-A631-BA908F5C4E12}">
      <dgm:prSet/>
      <dgm:spPr/>
      <dgm:t>
        <a:bodyPr/>
        <a:lstStyle/>
        <a:p>
          <a:endParaRPr lang="en-US"/>
        </a:p>
      </dgm:t>
    </dgm:pt>
    <dgm:pt modelId="{A4350F46-9C93-4604-95E2-1722EF8A7A31}" type="sibTrans" cxnId="{7A212F78-D0B3-41CE-A631-BA908F5C4E12}">
      <dgm:prSet/>
      <dgm:spPr/>
      <dgm:t>
        <a:bodyPr/>
        <a:lstStyle/>
        <a:p>
          <a:endParaRPr lang="en-US"/>
        </a:p>
      </dgm:t>
    </dgm:pt>
    <dgm:pt modelId="{E2E00BFE-4F0A-4D88-9A0E-45E7F82291AA}">
      <dgm:prSet/>
      <dgm:spPr/>
      <dgm:t>
        <a:bodyPr/>
        <a:lstStyle/>
        <a:p>
          <a:r>
            <a:rPr lang="en-US"/>
            <a:t>- Hard level numbers are very long to say</a:t>
          </a:r>
        </a:p>
      </dgm:t>
    </dgm:pt>
    <dgm:pt modelId="{2F0BF883-BD11-4E77-9294-0C960917C33A}" type="parTrans" cxnId="{D0420CD7-64FF-4104-B80F-6EB53DC9CD7B}">
      <dgm:prSet/>
      <dgm:spPr/>
      <dgm:t>
        <a:bodyPr/>
        <a:lstStyle/>
        <a:p>
          <a:endParaRPr lang="en-US"/>
        </a:p>
      </dgm:t>
    </dgm:pt>
    <dgm:pt modelId="{003139E1-1D27-467C-8974-2695D5A92058}" type="sibTrans" cxnId="{D0420CD7-64FF-4104-B80F-6EB53DC9CD7B}">
      <dgm:prSet/>
      <dgm:spPr/>
      <dgm:t>
        <a:bodyPr/>
        <a:lstStyle/>
        <a:p>
          <a:endParaRPr lang="en-US"/>
        </a:p>
      </dgm:t>
    </dgm:pt>
    <dgm:pt modelId="{F1227936-0F15-4BF9-8587-09870CEE8E03}">
      <dgm:prSet/>
      <dgm:spPr/>
      <dgm:t>
        <a:bodyPr/>
        <a:lstStyle/>
        <a:p>
          <a:r>
            <a:rPr lang="en-US"/>
            <a:t>- E.g. "Thirty four thousand five hundred and twelve"</a:t>
          </a:r>
        </a:p>
      </dgm:t>
    </dgm:pt>
    <dgm:pt modelId="{8491D15C-1501-46F3-92FB-C4125DE47EA8}" type="parTrans" cxnId="{BED58DF3-D7D9-40D7-A86F-56F9A88D5B0A}">
      <dgm:prSet/>
      <dgm:spPr/>
      <dgm:t>
        <a:bodyPr/>
        <a:lstStyle/>
        <a:p>
          <a:endParaRPr lang="en-US"/>
        </a:p>
      </dgm:t>
    </dgm:pt>
    <dgm:pt modelId="{8743E62D-FA52-48A6-9057-D09C2F549D05}" type="sibTrans" cxnId="{BED58DF3-D7D9-40D7-A86F-56F9A88D5B0A}">
      <dgm:prSet/>
      <dgm:spPr/>
      <dgm:t>
        <a:bodyPr/>
        <a:lstStyle/>
        <a:p>
          <a:endParaRPr lang="en-US"/>
        </a:p>
      </dgm:t>
    </dgm:pt>
    <dgm:pt modelId="{A7A90EA0-3C34-4050-896A-66AFFBBFC2C1}">
      <dgm:prSet/>
      <dgm:spPr/>
      <dgm:t>
        <a:bodyPr/>
        <a:lstStyle/>
        <a:p>
          <a:r>
            <a:rPr lang="en-US"/>
            <a:t>- ASR would cut off before user finished speaking</a:t>
          </a:r>
        </a:p>
      </dgm:t>
    </dgm:pt>
    <dgm:pt modelId="{ECE0A447-297D-4C1C-90CB-6ADBCDD4E68F}" type="parTrans" cxnId="{48D36B9C-4DB1-43C0-89B4-7F5840F52A75}">
      <dgm:prSet/>
      <dgm:spPr/>
      <dgm:t>
        <a:bodyPr/>
        <a:lstStyle/>
        <a:p>
          <a:endParaRPr lang="en-US"/>
        </a:p>
      </dgm:t>
    </dgm:pt>
    <dgm:pt modelId="{1BEE05A0-EFF6-4032-83F4-D06F9AB1F28C}" type="sibTrans" cxnId="{48D36B9C-4DB1-43C0-89B4-7F5840F52A75}">
      <dgm:prSet/>
      <dgm:spPr/>
      <dgm:t>
        <a:bodyPr/>
        <a:lstStyle/>
        <a:p>
          <a:endParaRPr lang="en-US"/>
        </a:p>
      </dgm:t>
    </dgm:pt>
    <dgm:pt modelId="{F5DCCB48-3900-40AA-9FEE-D016F6C5C704}">
      <dgm:prSet/>
      <dgm:spPr/>
      <dgm:t>
        <a:bodyPr/>
        <a:lstStyle/>
        <a:p>
          <a:r>
            <a:rPr lang="en-US"/>
            <a:t>- Guess was processed incorrectly or not at all</a:t>
          </a:r>
        </a:p>
      </dgm:t>
    </dgm:pt>
    <dgm:pt modelId="{84762FD7-CFE1-47A0-8289-6A2DA0A6816F}" type="parTrans" cxnId="{F6594E44-B25B-4ED8-B25A-15D68C2FEB15}">
      <dgm:prSet/>
      <dgm:spPr/>
      <dgm:t>
        <a:bodyPr/>
        <a:lstStyle/>
        <a:p>
          <a:endParaRPr lang="en-US"/>
        </a:p>
      </dgm:t>
    </dgm:pt>
    <dgm:pt modelId="{CF3ACBF0-B153-4935-8AFB-43307C9A5394}" type="sibTrans" cxnId="{F6594E44-B25B-4ED8-B25A-15D68C2FEB15}">
      <dgm:prSet/>
      <dgm:spPr/>
      <dgm:t>
        <a:bodyPr/>
        <a:lstStyle/>
        <a:p>
          <a:endParaRPr lang="en-US"/>
        </a:p>
      </dgm:t>
    </dgm:pt>
    <dgm:pt modelId="{FE3EED6F-9EF4-46C4-96F5-A2E1700423F6}">
      <dgm:prSet/>
      <dgm:spPr/>
      <dgm:t>
        <a:bodyPr/>
        <a:lstStyle/>
        <a:p>
          <a:r>
            <a:rPr lang="en-US"/>
            <a:t>Solution:</a:t>
          </a:r>
        </a:p>
      </dgm:t>
    </dgm:pt>
    <dgm:pt modelId="{D4D8B444-92DB-44D2-92C1-D50B80453506}" type="parTrans" cxnId="{8E366023-9276-4144-8B72-8B7FC169811F}">
      <dgm:prSet/>
      <dgm:spPr/>
      <dgm:t>
        <a:bodyPr/>
        <a:lstStyle/>
        <a:p>
          <a:endParaRPr lang="en-US"/>
        </a:p>
      </dgm:t>
    </dgm:pt>
    <dgm:pt modelId="{35931F34-846C-4677-B12D-84E7690D40FE}" type="sibTrans" cxnId="{8E366023-9276-4144-8B72-8B7FC169811F}">
      <dgm:prSet/>
      <dgm:spPr/>
      <dgm:t>
        <a:bodyPr/>
        <a:lstStyle/>
        <a:p>
          <a:endParaRPr lang="en-US"/>
        </a:p>
      </dgm:t>
    </dgm:pt>
    <dgm:pt modelId="{60580060-1497-4A31-8A5B-D1FDCEEDBF2C}">
      <dgm:prSet/>
      <dgm:spPr/>
      <dgm:t>
        <a:bodyPr/>
        <a:lstStyle/>
        <a:p>
          <a:r>
            <a:rPr lang="en-US"/>
            <a:t>- Increased complete timeout specifically for hard level</a:t>
          </a:r>
        </a:p>
      </dgm:t>
    </dgm:pt>
    <dgm:pt modelId="{CD85F48D-AF23-44D6-B953-AC1D025F9422}" type="parTrans" cxnId="{FB90681E-A3E1-4309-B3B0-EECD29335431}">
      <dgm:prSet/>
      <dgm:spPr/>
      <dgm:t>
        <a:bodyPr/>
        <a:lstStyle/>
        <a:p>
          <a:endParaRPr lang="en-US"/>
        </a:p>
      </dgm:t>
    </dgm:pt>
    <dgm:pt modelId="{3AFA8C80-BDE4-4270-A4B8-6586459DD335}" type="sibTrans" cxnId="{FB90681E-A3E1-4309-B3B0-EECD29335431}">
      <dgm:prSet/>
      <dgm:spPr/>
      <dgm:t>
        <a:bodyPr/>
        <a:lstStyle/>
        <a:p>
          <a:endParaRPr lang="en-US"/>
        </a:p>
      </dgm:t>
    </dgm:pt>
    <dgm:pt modelId="{338CEF1A-3D3B-4B7D-B790-A1479318E238}">
      <dgm:prSet/>
      <dgm:spPr/>
      <dgm:t>
        <a:bodyPr/>
        <a:lstStyle/>
        <a:p>
          <a:r>
            <a:rPr lang="en-US"/>
            <a:t>- Easy/Medium: 2000ms after speech ends</a:t>
          </a:r>
        </a:p>
      </dgm:t>
    </dgm:pt>
    <dgm:pt modelId="{46C47CCC-0253-4CE4-8278-7C32AC1675E5}" type="parTrans" cxnId="{0455CDDB-10AA-402D-B061-BB814AD34D91}">
      <dgm:prSet/>
      <dgm:spPr/>
      <dgm:t>
        <a:bodyPr/>
        <a:lstStyle/>
        <a:p>
          <a:endParaRPr lang="en-US"/>
        </a:p>
      </dgm:t>
    </dgm:pt>
    <dgm:pt modelId="{397268B0-E377-492D-A2EF-358B8D006C14}" type="sibTrans" cxnId="{0455CDDB-10AA-402D-B061-BB814AD34D91}">
      <dgm:prSet/>
      <dgm:spPr/>
      <dgm:t>
        <a:bodyPr/>
        <a:lstStyle/>
        <a:p>
          <a:endParaRPr lang="en-US"/>
        </a:p>
      </dgm:t>
    </dgm:pt>
    <dgm:pt modelId="{D77C3061-ECF0-452B-B925-D77B525561B5}">
      <dgm:prSet/>
      <dgm:spPr/>
      <dgm:t>
        <a:bodyPr/>
        <a:lstStyle/>
        <a:p>
          <a:r>
            <a:rPr lang="en-US"/>
            <a:t>- Hard: 5000ms after speech ends</a:t>
          </a:r>
        </a:p>
      </dgm:t>
    </dgm:pt>
    <dgm:pt modelId="{87556AD0-3759-4393-8DD0-6045363F3CFA}" type="parTrans" cxnId="{7FF935C5-BBA3-46A8-8283-FC3D7A8B271C}">
      <dgm:prSet/>
      <dgm:spPr/>
      <dgm:t>
        <a:bodyPr/>
        <a:lstStyle/>
        <a:p>
          <a:endParaRPr lang="en-US"/>
        </a:p>
      </dgm:t>
    </dgm:pt>
    <dgm:pt modelId="{18B59119-0B92-4778-9540-E5F0B69C2B22}" type="sibTrans" cxnId="{7FF935C5-BBA3-46A8-8283-FC3D7A8B271C}">
      <dgm:prSet/>
      <dgm:spPr/>
      <dgm:t>
        <a:bodyPr/>
        <a:lstStyle/>
        <a:p>
          <a:endParaRPr lang="en-US"/>
        </a:p>
      </dgm:t>
    </dgm:pt>
    <dgm:pt modelId="{11CBBE33-0B5B-468F-9B7F-C3909843E3D7}">
      <dgm:prSet/>
      <dgm:spPr/>
      <dgm:t>
        <a:bodyPr/>
        <a:lstStyle/>
        <a:p>
          <a:r>
            <a:rPr lang="en-US"/>
            <a:t>- Also increased noInput Timeout for hard level to 8000ms</a:t>
          </a:r>
        </a:p>
      </dgm:t>
    </dgm:pt>
    <dgm:pt modelId="{BC28C55E-CD22-404D-B60E-0572ECADC3D6}" type="parTrans" cxnId="{DBD5B6BF-9A52-4E64-B871-EE53434572CA}">
      <dgm:prSet/>
      <dgm:spPr/>
      <dgm:t>
        <a:bodyPr/>
        <a:lstStyle/>
        <a:p>
          <a:endParaRPr lang="en-US"/>
        </a:p>
      </dgm:t>
    </dgm:pt>
    <dgm:pt modelId="{5CBE403B-328C-4DD9-B019-868B23269C01}" type="sibTrans" cxnId="{DBD5B6BF-9A52-4E64-B871-EE53434572CA}">
      <dgm:prSet/>
      <dgm:spPr/>
      <dgm:t>
        <a:bodyPr/>
        <a:lstStyle/>
        <a:p>
          <a:endParaRPr lang="en-US"/>
        </a:p>
      </dgm:t>
    </dgm:pt>
    <dgm:pt modelId="{DE7C3123-141F-4237-899A-8A6B4B0129E3}" type="pres">
      <dgm:prSet presAssocID="{057FA8E7-4C95-4C55-B778-5E2DABAEBC9E}" presName="vert0" presStyleCnt="0">
        <dgm:presLayoutVars>
          <dgm:dir/>
          <dgm:animOne val="branch"/>
          <dgm:animLvl val="lvl"/>
        </dgm:presLayoutVars>
      </dgm:prSet>
      <dgm:spPr/>
    </dgm:pt>
    <dgm:pt modelId="{1A78D0A4-23ED-414E-969F-402E13E2A79E}" type="pres">
      <dgm:prSet presAssocID="{4DE58F59-E1CB-4A4D-87E4-D0E8E826C53E}" presName="thickLine" presStyleLbl="alignNode1" presStyleIdx="0" presStyleCnt="10"/>
      <dgm:spPr/>
    </dgm:pt>
    <dgm:pt modelId="{315CFB6B-5D19-4A57-9F3F-AA51173F029F}" type="pres">
      <dgm:prSet presAssocID="{4DE58F59-E1CB-4A4D-87E4-D0E8E826C53E}" presName="horz1" presStyleCnt="0"/>
      <dgm:spPr/>
    </dgm:pt>
    <dgm:pt modelId="{2EAB24C0-FE01-4693-BC61-2B2D19271998}" type="pres">
      <dgm:prSet presAssocID="{4DE58F59-E1CB-4A4D-87E4-D0E8E826C53E}" presName="tx1" presStyleLbl="revTx" presStyleIdx="0" presStyleCnt="10"/>
      <dgm:spPr/>
    </dgm:pt>
    <dgm:pt modelId="{4D98F56F-A1FD-4699-A6F9-196C88DAA704}" type="pres">
      <dgm:prSet presAssocID="{4DE58F59-E1CB-4A4D-87E4-D0E8E826C53E}" presName="vert1" presStyleCnt="0"/>
      <dgm:spPr/>
    </dgm:pt>
    <dgm:pt modelId="{36C1E5ED-0EC2-42A2-B25D-997CC30F7507}" type="pres">
      <dgm:prSet presAssocID="{E2E00BFE-4F0A-4D88-9A0E-45E7F82291AA}" presName="thickLine" presStyleLbl="alignNode1" presStyleIdx="1" presStyleCnt="10"/>
      <dgm:spPr/>
    </dgm:pt>
    <dgm:pt modelId="{FC47B03A-B876-424B-A888-5A6E63464E78}" type="pres">
      <dgm:prSet presAssocID="{E2E00BFE-4F0A-4D88-9A0E-45E7F82291AA}" presName="horz1" presStyleCnt="0"/>
      <dgm:spPr/>
    </dgm:pt>
    <dgm:pt modelId="{5C9710B0-64D8-424D-9EEC-4CD0C3856983}" type="pres">
      <dgm:prSet presAssocID="{E2E00BFE-4F0A-4D88-9A0E-45E7F82291AA}" presName="tx1" presStyleLbl="revTx" presStyleIdx="1" presStyleCnt="10"/>
      <dgm:spPr/>
    </dgm:pt>
    <dgm:pt modelId="{0740AD80-02A4-4F96-87DE-D84E521B02C7}" type="pres">
      <dgm:prSet presAssocID="{E2E00BFE-4F0A-4D88-9A0E-45E7F82291AA}" presName="vert1" presStyleCnt="0"/>
      <dgm:spPr/>
    </dgm:pt>
    <dgm:pt modelId="{601723B8-D348-4E03-B037-493C0470D0ED}" type="pres">
      <dgm:prSet presAssocID="{F1227936-0F15-4BF9-8587-09870CEE8E03}" presName="thickLine" presStyleLbl="alignNode1" presStyleIdx="2" presStyleCnt="10"/>
      <dgm:spPr/>
    </dgm:pt>
    <dgm:pt modelId="{21293C91-328D-41DE-ACF9-E584C095DFB4}" type="pres">
      <dgm:prSet presAssocID="{F1227936-0F15-4BF9-8587-09870CEE8E03}" presName="horz1" presStyleCnt="0"/>
      <dgm:spPr/>
    </dgm:pt>
    <dgm:pt modelId="{C89F46F7-0CAA-41EA-83EB-8AEC9353B681}" type="pres">
      <dgm:prSet presAssocID="{F1227936-0F15-4BF9-8587-09870CEE8E03}" presName="tx1" presStyleLbl="revTx" presStyleIdx="2" presStyleCnt="10"/>
      <dgm:spPr/>
    </dgm:pt>
    <dgm:pt modelId="{B3FAC2CB-444F-4384-94F5-70212345E026}" type="pres">
      <dgm:prSet presAssocID="{F1227936-0F15-4BF9-8587-09870CEE8E03}" presName="vert1" presStyleCnt="0"/>
      <dgm:spPr/>
    </dgm:pt>
    <dgm:pt modelId="{1695B59F-D628-4B38-9A9C-D12EE6073D89}" type="pres">
      <dgm:prSet presAssocID="{A7A90EA0-3C34-4050-896A-66AFFBBFC2C1}" presName="thickLine" presStyleLbl="alignNode1" presStyleIdx="3" presStyleCnt="10"/>
      <dgm:spPr/>
    </dgm:pt>
    <dgm:pt modelId="{A0A689B3-CA5C-48F6-980C-0478BDF00590}" type="pres">
      <dgm:prSet presAssocID="{A7A90EA0-3C34-4050-896A-66AFFBBFC2C1}" presName="horz1" presStyleCnt="0"/>
      <dgm:spPr/>
    </dgm:pt>
    <dgm:pt modelId="{3607744F-A5E6-4DB4-A2FC-416D7B0AAE31}" type="pres">
      <dgm:prSet presAssocID="{A7A90EA0-3C34-4050-896A-66AFFBBFC2C1}" presName="tx1" presStyleLbl="revTx" presStyleIdx="3" presStyleCnt="10"/>
      <dgm:spPr/>
    </dgm:pt>
    <dgm:pt modelId="{0BA16DFF-62D1-4000-B92C-6F3A25DD3FFD}" type="pres">
      <dgm:prSet presAssocID="{A7A90EA0-3C34-4050-896A-66AFFBBFC2C1}" presName="vert1" presStyleCnt="0"/>
      <dgm:spPr/>
    </dgm:pt>
    <dgm:pt modelId="{9A5EF0DE-DDFB-4667-8A1F-229E626BF93B}" type="pres">
      <dgm:prSet presAssocID="{F5DCCB48-3900-40AA-9FEE-D016F6C5C704}" presName="thickLine" presStyleLbl="alignNode1" presStyleIdx="4" presStyleCnt="10"/>
      <dgm:spPr/>
    </dgm:pt>
    <dgm:pt modelId="{DC25EA12-70E2-4CA6-856B-D2A13F5A926C}" type="pres">
      <dgm:prSet presAssocID="{F5DCCB48-3900-40AA-9FEE-D016F6C5C704}" presName="horz1" presStyleCnt="0"/>
      <dgm:spPr/>
    </dgm:pt>
    <dgm:pt modelId="{D7F4CD13-B994-429F-AC6F-94D8660BEE34}" type="pres">
      <dgm:prSet presAssocID="{F5DCCB48-3900-40AA-9FEE-D016F6C5C704}" presName="tx1" presStyleLbl="revTx" presStyleIdx="4" presStyleCnt="10"/>
      <dgm:spPr/>
    </dgm:pt>
    <dgm:pt modelId="{FB96F310-F6EC-42D1-86CB-FEDB01210B05}" type="pres">
      <dgm:prSet presAssocID="{F5DCCB48-3900-40AA-9FEE-D016F6C5C704}" presName="vert1" presStyleCnt="0"/>
      <dgm:spPr/>
    </dgm:pt>
    <dgm:pt modelId="{1BCC0E06-273D-4EB2-A4B6-98ED3D4446EC}" type="pres">
      <dgm:prSet presAssocID="{FE3EED6F-9EF4-46C4-96F5-A2E1700423F6}" presName="thickLine" presStyleLbl="alignNode1" presStyleIdx="5" presStyleCnt="10"/>
      <dgm:spPr/>
    </dgm:pt>
    <dgm:pt modelId="{288B1042-797E-43B3-BB11-91CC175A9096}" type="pres">
      <dgm:prSet presAssocID="{FE3EED6F-9EF4-46C4-96F5-A2E1700423F6}" presName="horz1" presStyleCnt="0"/>
      <dgm:spPr/>
    </dgm:pt>
    <dgm:pt modelId="{1D0A456B-B0CE-4E61-A07D-71C25F34D1AD}" type="pres">
      <dgm:prSet presAssocID="{FE3EED6F-9EF4-46C4-96F5-A2E1700423F6}" presName="tx1" presStyleLbl="revTx" presStyleIdx="5" presStyleCnt="10"/>
      <dgm:spPr/>
    </dgm:pt>
    <dgm:pt modelId="{490F1453-DBBC-4388-85D2-D14C735E9DBF}" type="pres">
      <dgm:prSet presAssocID="{FE3EED6F-9EF4-46C4-96F5-A2E1700423F6}" presName="vert1" presStyleCnt="0"/>
      <dgm:spPr/>
    </dgm:pt>
    <dgm:pt modelId="{91CFC4F2-115A-4E08-8D76-8BE4691BEB08}" type="pres">
      <dgm:prSet presAssocID="{60580060-1497-4A31-8A5B-D1FDCEEDBF2C}" presName="thickLine" presStyleLbl="alignNode1" presStyleIdx="6" presStyleCnt="10"/>
      <dgm:spPr/>
    </dgm:pt>
    <dgm:pt modelId="{6D9EE8C1-2527-44F3-A3C1-A9D32407C0D1}" type="pres">
      <dgm:prSet presAssocID="{60580060-1497-4A31-8A5B-D1FDCEEDBF2C}" presName="horz1" presStyleCnt="0"/>
      <dgm:spPr/>
    </dgm:pt>
    <dgm:pt modelId="{3A007BEC-5FE3-4AD2-BFF6-05E8AE24AB7A}" type="pres">
      <dgm:prSet presAssocID="{60580060-1497-4A31-8A5B-D1FDCEEDBF2C}" presName="tx1" presStyleLbl="revTx" presStyleIdx="6" presStyleCnt="10"/>
      <dgm:spPr/>
    </dgm:pt>
    <dgm:pt modelId="{92189758-93A2-4FE5-A8FF-AE883CB8E78F}" type="pres">
      <dgm:prSet presAssocID="{60580060-1497-4A31-8A5B-D1FDCEEDBF2C}" presName="vert1" presStyleCnt="0"/>
      <dgm:spPr/>
    </dgm:pt>
    <dgm:pt modelId="{DBEFA050-1479-4CF4-8DA3-09A21DCF844C}" type="pres">
      <dgm:prSet presAssocID="{338CEF1A-3D3B-4B7D-B790-A1479318E238}" presName="thickLine" presStyleLbl="alignNode1" presStyleIdx="7" presStyleCnt="10"/>
      <dgm:spPr/>
    </dgm:pt>
    <dgm:pt modelId="{C50CB9AD-2994-4F1E-8E9B-895A66215FBF}" type="pres">
      <dgm:prSet presAssocID="{338CEF1A-3D3B-4B7D-B790-A1479318E238}" presName="horz1" presStyleCnt="0"/>
      <dgm:spPr/>
    </dgm:pt>
    <dgm:pt modelId="{A361682F-9361-433F-B018-279D0B604904}" type="pres">
      <dgm:prSet presAssocID="{338CEF1A-3D3B-4B7D-B790-A1479318E238}" presName="tx1" presStyleLbl="revTx" presStyleIdx="7" presStyleCnt="10"/>
      <dgm:spPr/>
    </dgm:pt>
    <dgm:pt modelId="{2097EEA5-54A0-4564-B002-D0B7CAA87F5E}" type="pres">
      <dgm:prSet presAssocID="{338CEF1A-3D3B-4B7D-B790-A1479318E238}" presName="vert1" presStyleCnt="0"/>
      <dgm:spPr/>
    </dgm:pt>
    <dgm:pt modelId="{45C02505-C787-4836-836F-F0995E1E47B3}" type="pres">
      <dgm:prSet presAssocID="{D77C3061-ECF0-452B-B925-D77B525561B5}" presName="thickLine" presStyleLbl="alignNode1" presStyleIdx="8" presStyleCnt="10"/>
      <dgm:spPr/>
    </dgm:pt>
    <dgm:pt modelId="{12FFF721-7D8A-44CA-B745-DA35A9DD86CF}" type="pres">
      <dgm:prSet presAssocID="{D77C3061-ECF0-452B-B925-D77B525561B5}" presName="horz1" presStyleCnt="0"/>
      <dgm:spPr/>
    </dgm:pt>
    <dgm:pt modelId="{DE433874-7261-4511-B2BF-A0C824435FB0}" type="pres">
      <dgm:prSet presAssocID="{D77C3061-ECF0-452B-B925-D77B525561B5}" presName="tx1" presStyleLbl="revTx" presStyleIdx="8" presStyleCnt="10"/>
      <dgm:spPr/>
    </dgm:pt>
    <dgm:pt modelId="{C60C502D-DA26-42E2-BB89-66E0F4CE6335}" type="pres">
      <dgm:prSet presAssocID="{D77C3061-ECF0-452B-B925-D77B525561B5}" presName="vert1" presStyleCnt="0"/>
      <dgm:spPr/>
    </dgm:pt>
    <dgm:pt modelId="{8700E3E6-4BB4-4A90-9977-B478122FD4D3}" type="pres">
      <dgm:prSet presAssocID="{11CBBE33-0B5B-468F-9B7F-C3909843E3D7}" presName="thickLine" presStyleLbl="alignNode1" presStyleIdx="9" presStyleCnt="10"/>
      <dgm:spPr/>
    </dgm:pt>
    <dgm:pt modelId="{1D3F99AD-576D-4F40-8731-4CD99D3F9B9C}" type="pres">
      <dgm:prSet presAssocID="{11CBBE33-0B5B-468F-9B7F-C3909843E3D7}" presName="horz1" presStyleCnt="0"/>
      <dgm:spPr/>
    </dgm:pt>
    <dgm:pt modelId="{9C4E4BA7-8C18-41E2-BC36-050F0C474264}" type="pres">
      <dgm:prSet presAssocID="{11CBBE33-0B5B-468F-9B7F-C3909843E3D7}" presName="tx1" presStyleLbl="revTx" presStyleIdx="9" presStyleCnt="10"/>
      <dgm:spPr/>
    </dgm:pt>
    <dgm:pt modelId="{84824A6F-5ACD-4941-86B5-136341DB9810}" type="pres">
      <dgm:prSet presAssocID="{11CBBE33-0B5B-468F-9B7F-C3909843E3D7}" presName="vert1" presStyleCnt="0"/>
      <dgm:spPr/>
    </dgm:pt>
  </dgm:ptLst>
  <dgm:cxnLst>
    <dgm:cxn modelId="{FB90681E-A3E1-4309-B3B0-EECD29335431}" srcId="{057FA8E7-4C95-4C55-B778-5E2DABAEBC9E}" destId="{60580060-1497-4A31-8A5B-D1FDCEEDBF2C}" srcOrd="6" destOrd="0" parTransId="{CD85F48D-AF23-44D6-B953-AC1D025F9422}" sibTransId="{3AFA8C80-BDE4-4270-A4B8-6586459DD335}"/>
    <dgm:cxn modelId="{8E366023-9276-4144-8B72-8B7FC169811F}" srcId="{057FA8E7-4C95-4C55-B778-5E2DABAEBC9E}" destId="{FE3EED6F-9EF4-46C4-96F5-A2E1700423F6}" srcOrd="5" destOrd="0" parTransId="{D4D8B444-92DB-44D2-92C1-D50B80453506}" sibTransId="{35931F34-846C-4677-B12D-84E7690D40FE}"/>
    <dgm:cxn modelId="{C51CF224-B430-4578-A0C6-89CD9953DAF4}" type="presOf" srcId="{11CBBE33-0B5B-468F-9B7F-C3909843E3D7}" destId="{9C4E4BA7-8C18-41E2-BC36-050F0C474264}" srcOrd="0" destOrd="0" presId="urn:microsoft.com/office/officeart/2008/layout/LinedList"/>
    <dgm:cxn modelId="{23B34B32-4837-4C6E-9B7A-F36DA6541244}" type="presOf" srcId="{A7A90EA0-3C34-4050-896A-66AFFBBFC2C1}" destId="{3607744F-A5E6-4DB4-A2FC-416D7B0AAE31}" srcOrd="0" destOrd="0" presId="urn:microsoft.com/office/officeart/2008/layout/LinedList"/>
    <dgm:cxn modelId="{CB1F443A-0135-4CCB-A54F-8C5869616DA2}" type="presOf" srcId="{E2E00BFE-4F0A-4D88-9A0E-45E7F82291AA}" destId="{5C9710B0-64D8-424D-9EEC-4CD0C3856983}" srcOrd="0" destOrd="0" presId="urn:microsoft.com/office/officeart/2008/layout/LinedList"/>
    <dgm:cxn modelId="{F6594E44-B25B-4ED8-B25A-15D68C2FEB15}" srcId="{057FA8E7-4C95-4C55-B778-5E2DABAEBC9E}" destId="{F5DCCB48-3900-40AA-9FEE-D016F6C5C704}" srcOrd="4" destOrd="0" parTransId="{84762FD7-CFE1-47A0-8289-6A2DA0A6816F}" sibTransId="{CF3ACBF0-B153-4935-8AFB-43307C9A5394}"/>
    <dgm:cxn modelId="{3A8F536B-080E-433A-844C-CF7F8553EFA8}" type="presOf" srcId="{057FA8E7-4C95-4C55-B778-5E2DABAEBC9E}" destId="{DE7C3123-141F-4237-899A-8A6B4B0129E3}" srcOrd="0" destOrd="0" presId="urn:microsoft.com/office/officeart/2008/layout/LinedList"/>
    <dgm:cxn modelId="{BF821B78-E6D7-4BF9-8705-F6408CEAE919}" type="presOf" srcId="{D77C3061-ECF0-452B-B925-D77B525561B5}" destId="{DE433874-7261-4511-B2BF-A0C824435FB0}" srcOrd="0" destOrd="0" presId="urn:microsoft.com/office/officeart/2008/layout/LinedList"/>
    <dgm:cxn modelId="{7A212F78-D0B3-41CE-A631-BA908F5C4E12}" srcId="{057FA8E7-4C95-4C55-B778-5E2DABAEBC9E}" destId="{4DE58F59-E1CB-4A4D-87E4-D0E8E826C53E}" srcOrd="0" destOrd="0" parTransId="{8F801AC0-F794-46D7-98A5-8EA339472743}" sibTransId="{A4350F46-9C93-4604-95E2-1722EF8A7A31}"/>
    <dgm:cxn modelId="{E208447D-9A48-40EE-B1A0-88CEF44D960C}" type="presOf" srcId="{F5DCCB48-3900-40AA-9FEE-D016F6C5C704}" destId="{D7F4CD13-B994-429F-AC6F-94D8660BEE34}" srcOrd="0" destOrd="0" presId="urn:microsoft.com/office/officeart/2008/layout/LinedList"/>
    <dgm:cxn modelId="{766E0283-89CF-4E7E-9F49-506026A37F4F}" type="presOf" srcId="{60580060-1497-4A31-8A5B-D1FDCEEDBF2C}" destId="{3A007BEC-5FE3-4AD2-BFF6-05E8AE24AB7A}" srcOrd="0" destOrd="0" presId="urn:microsoft.com/office/officeart/2008/layout/LinedList"/>
    <dgm:cxn modelId="{E43E998A-26A5-46BB-89A5-E9E9926D2FD1}" type="presOf" srcId="{FE3EED6F-9EF4-46C4-96F5-A2E1700423F6}" destId="{1D0A456B-B0CE-4E61-A07D-71C25F34D1AD}" srcOrd="0" destOrd="0" presId="urn:microsoft.com/office/officeart/2008/layout/LinedList"/>
    <dgm:cxn modelId="{48D36B9C-4DB1-43C0-89B4-7F5840F52A75}" srcId="{057FA8E7-4C95-4C55-B778-5E2DABAEBC9E}" destId="{A7A90EA0-3C34-4050-896A-66AFFBBFC2C1}" srcOrd="3" destOrd="0" parTransId="{ECE0A447-297D-4C1C-90CB-6ADBCDD4E68F}" sibTransId="{1BEE05A0-EFF6-4032-83F4-D06F9AB1F28C}"/>
    <dgm:cxn modelId="{DBD5B6BF-9A52-4E64-B871-EE53434572CA}" srcId="{057FA8E7-4C95-4C55-B778-5E2DABAEBC9E}" destId="{11CBBE33-0B5B-468F-9B7F-C3909843E3D7}" srcOrd="9" destOrd="0" parTransId="{BC28C55E-CD22-404D-B60E-0572ECADC3D6}" sibTransId="{5CBE403B-328C-4DD9-B019-868B23269C01}"/>
    <dgm:cxn modelId="{7FF935C5-BBA3-46A8-8283-FC3D7A8B271C}" srcId="{057FA8E7-4C95-4C55-B778-5E2DABAEBC9E}" destId="{D77C3061-ECF0-452B-B925-D77B525561B5}" srcOrd="8" destOrd="0" parTransId="{87556AD0-3759-4393-8DD0-6045363F3CFA}" sibTransId="{18B59119-0B92-4778-9540-E5F0B69C2B22}"/>
    <dgm:cxn modelId="{A18376CB-4ECC-4A76-9846-A715A815EBD4}" type="presOf" srcId="{338CEF1A-3D3B-4B7D-B790-A1479318E238}" destId="{A361682F-9361-433F-B018-279D0B604904}" srcOrd="0" destOrd="0" presId="urn:microsoft.com/office/officeart/2008/layout/LinedList"/>
    <dgm:cxn modelId="{FC829BD2-2E38-4019-9F36-C7A33CD10C15}" type="presOf" srcId="{4DE58F59-E1CB-4A4D-87E4-D0E8E826C53E}" destId="{2EAB24C0-FE01-4693-BC61-2B2D19271998}" srcOrd="0" destOrd="0" presId="urn:microsoft.com/office/officeart/2008/layout/LinedList"/>
    <dgm:cxn modelId="{D038FAD4-0F95-47E4-BDAE-D1BD7F7F6A68}" type="presOf" srcId="{F1227936-0F15-4BF9-8587-09870CEE8E03}" destId="{C89F46F7-0CAA-41EA-83EB-8AEC9353B681}" srcOrd="0" destOrd="0" presId="urn:microsoft.com/office/officeart/2008/layout/LinedList"/>
    <dgm:cxn modelId="{D0420CD7-64FF-4104-B80F-6EB53DC9CD7B}" srcId="{057FA8E7-4C95-4C55-B778-5E2DABAEBC9E}" destId="{E2E00BFE-4F0A-4D88-9A0E-45E7F82291AA}" srcOrd="1" destOrd="0" parTransId="{2F0BF883-BD11-4E77-9294-0C960917C33A}" sibTransId="{003139E1-1D27-467C-8974-2695D5A92058}"/>
    <dgm:cxn modelId="{0455CDDB-10AA-402D-B061-BB814AD34D91}" srcId="{057FA8E7-4C95-4C55-B778-5E2DABAEBC9E}" destId="{338CEF1A-3D3B-4B7D-B790-A1479318E238}" srcOrd="7" destOrd="0" parTransId="{46C47CCC-0253-4CE4-8278-7C32AC1675E5}" sibTransId="{397268B0-E377-492D-A2EF-358B8D006C14}"/>
    <dgm:cxn modelId="{BED58DF3-D7D9-40D7-A86F-56F9A88D5B0A}" srcId="{057FA8E7-4C95-4C55-B778-5E2DABAEBC9E}" destId="{F1227936-0F15-4BF9-8587-09870CEE8E03}" srcOrd="2" destOrd="0" parTransId="{8491D15C-1501-46F3-92FB-C4125DE47EA8}" sibTransId="{8743E62D-FA52-48A6-9057-D09C2F549D05}"/>
    <dgm:cxn modelId="{3AD2385E-9F23-4CFD-B43D-2C4B133845C2}" type="presParOf" srcId="{DE7C3123-141F-4237-899A-8A6B4B0129E3}" destId="{1A78D0A4-23ED-414E-969F-402E13E2A79E}" srcOrd="0" destOrd="0" presId="urn:microsoft.com/office/officeart/2008/layout/LinedList"/>
    <dgm:cxn modelId="{1271B7EF-6BDF-4A32-835C-64E4DE68789D}" type="presParOf" srcId="{DE7C3123-141F-4237-899A-8A6B4B0129E3}" destId="{315CFB6B-5D19-4A57-9F3F-AA51173F029F}" srcOrd="1" destOrd="0" presId="urn:microsoft.com/office/officeart/2008/layout/LinedList"/>
    <dgm:cxn modelId="{216A973F-0CF1-4C69-B38C-840EA9612C8D}" type="presParOf" srcId="{315CFB6B-5D19-4A57-9F3F-AA51173F029F}" destId="{2EAB24C0-FE01-4693-BC61-2B2D19271998}" srcOrd="0" destOrd="0" presId="urn:microsoft.com/office/officeart/2008/layout/LinedList"/>
    <dgm:cxn modelId="{E45EFDE2-7DE7-4770-87E7-E70F9E8380FB}" type="presParOf" srcId="{315CFB6B-5D19-4A57-9F3F-AA51173F029F}" destId="{4D98F56F-A1FD-4699-A6F9-196C88DAA704}" srcOrd="1" destOrd="0" presId="urn:microsoft.com/office/officeart/2008/layout/LinedList"/>
    <dgm:cxn modelId="{25D5BF8A-FCC2-4409-8997-1D8CD30EB1DE}" type="presParOf" srcId="{DE7C3123-141F-4237-899A-8A6B4B0129E3}" destId="{36C1E5ED-0EC2-42A2-B25D-997CC30F7507}" srcOrd="2" destOrd="0" presId="urn:microsoft.com/office/officeart/2008/layout/LinedList"/>
    <dgm:cxn modelId="{68A9D446-A803-4B92-B599-4D0760BB1A16}" type="presParOf" srcId="{DE7C3123-141F-4237-899A-8A6B4B0129E3}" destId="{FC47B03A-B876-424B-A888-5A6E63464E78}" srcOrd="3" destOrd="0" presId="urn:microsoft.com/office/officeart/2008/layout/LinedList"/>
    <dgm:cxn modelId="{123E9FC9-61BD-4D74-8C45-912E3585CD9B}" type="presParOf" srcId="{FC47B03A-B876-424B-A888-5A6E63464E78}" destId="{5C9710B0-64D8-424D-9EEC-4CD0C3856983}" srcOrd="0" destOrd="0" presId="urn:microsoft.com/office/officeart/2008/layout/LinedList"/>
    <dgm:cxn modelId="{278E11FC-2B28-4EA3-81C3-6EA70858E421}" type="presParOf" srcId="{FC47B03A-B876-424B-A888-5A6E63464E78}" destId="{0740AD80-02A4-4F96-87DE-D84E521B02C7}" srcOrd="1" destOrd="0" presId="urn:microsoft.com/office/officeart/2008/layout/LinedList"/>
    <dgm:cxn modelId="{CEAD83AB-1153-475E-AAC7-A5422709FBA6}" type="presParOf" srcId="{DE7C3123-141F-4237-899A-8A6B4B0129E3}" destId="{601723B8-D348-4E03-B037-493C0470D0ED}" srcOrd="4" destOrd="0" presId="urn:microsoft.com/office/officeart/2008/layout/LinedList"/>
    <dgm:cxn modelId="{DA54731C-274D-4580-A5A2-EAC109F84BE0}" type="presParOf" srcId="{DE7C3123-141F-4237-899A-8A6B4B0129E3}" destId="{21293C91-328D-41DE-ACF9-E584C095DFB4}" srcOrd="5" destOrd="0" presId="urn:microsoft.com/office/officeart/2008/layout/LinedList"/>
    <dgm:cxn modelId="{B00B7203-32CE-4FF9-9217-4017DBEFF534}" type="presParOf" srcId="{21293C91-328D-41DE-ACF9-E584C095DFB4}" destId="{C89F46F7-0CAA-41EA-83EB-8AEC9353B681}" srcOrd="0" destOrd="0" presId="urn:microsoft.com/office/officeart/2008/layout/LinedList"/>
    <dgm:cxn modelId="{C0F8CD43-B492-462A-994A-F0A148816276}" type="presParOf" srcId="{21293C91-328D-41DE-ACF9-E584C095DFB4}" destId="{B3FAC2CB-444F-4384-94F5-70212345E026}" srcOrd="1" destOrd="0" presId="urn:microsoft.com/office/officeart/2008/layout/LinedList"/>
    <dgm:cxn modelId="{BDEF5C51-64B5-4A78-8651-1EE8600CC0CA}" type="presParOf" srcId="{DE7C3123-141F-4237-899A-8A6B4B0129E3}" destId="{1695B59F-D628-4B38-9A9C-D12EE6073D89}" srcOrd="6" destOrd="0" presId="urn:microsoft.com/office/officeart/2008/layout/LinedList"/>
    <dgm:cxn modelId="{3BBBDE39-D4DD-427E-A8EB-F28B67A3F37A}" type="presParOf" srcId="{DE7C3123-141F-4237-899A-8A6B4B0129E3}" destId="{A0A689B3-CA5C-48F6-980C-0478BDF00590}" srcOrd="7" destOrd="0" presId="urn:microsoft.com/office/officeart/2008/layout/LinedList"/>
    <dgm:cxn modelId="{CDFCB9DA-2065-4F85-A326-B2B1D4AF2B11}" type="presParOf" srcId="{A0A689B3-CA5C-48F6-980C-0478BDF00590}" destId="{3607744F-A5E6-4DB4-A2FC-416D7B0AAE31}" srcOrd="0" destOrd="0" presId="urn:microsoft.com/office/officeart/2008/layout/LinedList"/>
    <dgm:cxn modelId="{65D8C84A-AF40-4334-A81A-0E7ED3EDEEDC}" type="presParOf" srcId="{A0A689B3-CA5C-48F6-980C-0478BDF00590}" destId="{0BA16DFF-62D1-4000-B92C-6F3A25DD3FFD}" srcOrd="1" destOrd="0" presId="urn:microsoft.com/office/officeart/2008/layout/LinedList"/>
    <dgm:cxn modelId="{2763D276-0C3D-417B-8516-1374BC97835D}" type="presParOf" srcId="{DE7C3123-141F-4237-899A-8A6B4B0129E3}" destId="{9A5EF0DE-DDFB-4667-8A1F-229E626BF93B}" srcOrd="8" destOrd="0" presId="urn:microsoft.com/office/officeart/2008/layout/LinedList"/>
    <dgm:cxn modelId="{7C78FEF0-A676-4BD9-BE56-B3ED44C28B77}" type="presParOf" srcId="{DE7C3123-141F-4237-899A-8A6B4B0129E3}" destId="{DC25EA12-70E2-4CA6-856B-D2A13F5A926C}" srcOrd="9" destOrd="0" presId="urn:microsoft.com/office/officeart/2008/layout/LinedList"/>
    <dgm:cxn modelId="{299B6C3F-CCF5-42B9-8B5D-31C764C164EF}" type="presParOf" srcId="{DC25EA12-70E2-4CA6-856B-D2A13F5A926C}" destId="{D7F4CD13-B994-429F-AC6F-94D8660BEE34}" srcOrd="0" destOrd="0" presId="urn:microsoft.com/office/officeart/2008/layout/LinedList"/>
    <dgm:cxn modelId="{3655AF01-F8F2-4A18-9329-9DFA968465D4}" type="presParOf" srcId="{DC25EA12-70E2-4CA6-856B-D2A13F5A926C}" destId="{FB96F310-F6EC-42D1-86CB-FEDB01210B05}" srcOrd="1" destOrd="0" presId="urn:microsoft.com/office/officeart/2008/layout/LinedList"/>
    <dgm:cxn modelId="{18F8FFA8-4587-4800-81E9-EF0D13BE66E1}" type="presParOf" srcId="{DE7C3123-141F-4237-899A-8A6B4B0129E3}" destId="{1BCC0E06-273D-4EB2-A4B6-98ED3D4446EC}" srcOrd="10" destOrd="0" presId="urn:microsoft.com/office/officeart/2008/layout/LinedList"/>
    <dgm:cxn modelId="{4D20E15B-2993-4EC5-9EFF-07C8B254B3D4}" type="presParOf" srcId="{DE7C3123-141F-4237-899A-8A6B4B0129E3}" destId="{288B1042-797E-43B3-BB11-91CC175A9096}" srcOrd="11" destOrd="0" presId="urn:microsoft.com/office/officeart/2008/layout/LinedList"/>
    <dgm:cxn modelId="{D26FB7B4-C1F4-43F1-953C-E1F4CE6D3927}" type="presParOf" srcId="{288B1042-797E-43B3-BB11-91CC175A9096}" destId="{1D0A456B-B0CE-4E61-A07D-71C25F34D1AD}" srcOrd="0" destOrd="0" presId="urn:microsoft.com/office/officeart/2008/layout/LinedList"/>
    <dgm:cxn modelId="{F2C4810B-AB61-4521-9936-CB870557EA87}" type="presParOf" srcId="{288B1042-797E-43B3-BB11-91CC175A9096}" destId="{490F1453-DBBC-4388-85D2-D14C735E9DBF}" srcOrd="1" destOrd="0" presId="urn:microsoft.com/office/officeart/2008/layout/LinedList"/>
    <dgm:cxn modelId="{3344188F-7980-4B2D-AD96-4F2916C99DF5}" type="presParOf" srcId="{DE7C3123-141F-4237-899A-8A6B4B0129E3}" destId="{91CFC4F2-115A-4E08-8D76-8BE4691BEB08}" srcOrd="12" destOrd="0" presId="urn:microsoft.com/office/officeart/2008/layout/LinedList"/>
    <dgm:cxn modelId="{66E8704D-F5E2-42D9-BB2B-72FE48AB30D5}" type="presParOf" srcId="{DE7C3123-141F-4237-899A-8A6B4B0129E3}" destId="{6D9EE8C1-2527-44F3-A3C1-A9D32407C0D1}" srcOrd="13" destOrd="0" presId="urn:microsoft.com/office/officeart/2008/layout/LinedList"/>
    <dgm:cxn modelId="{B24A7BD7-4978-4396-9294-42986EF52C8E}" type="presParOf" srcId="{6D9EE8C1-2527-44F3-A3C1-A9D32407C0D1}" destId="{3A007BEC-5FE3-4AD2-BFF6-05E8AE24AB7A}" srcOrd="0" destOrd="0" presId="urn:microsoft.com/office/officeart/2008/layout/LinedList"/>
    <dgm:cxn modelId="{C6B1E3F2-7ECA-45C9-A811-53B09D07B0EB}" type="presParOf" srcId="{6D9EE8C1-2527-44F3-A3C1-A9D32407C0D1}" destId="{92189758-93A2-4FE5-A8FF-AE883CB8E78F}" srcOrd="1" destOrd="0" presId="urn:microsoft.com/office/officeart/2008/layout/LinedList"/>
    <dgm:cxn modelId="{B2229101-BF5F-4C79-940E-8F9003921CC2}" type="presParOf" srcId="{DE7C3123-141F-4237-899A-8A6B4B0129E3}" destId="{DBEFA050-1479-4CF4-8DA3-09A21DCF844C}" srcOrd="14" destOrd="0" presId="urn:microsoft.com/office/officeart/2008/layout/LinedList"/>
    <dgm:cxn modelId="{4E3879A7-B421-41B3-88F0-0193A3B45FF7}" type="presParOf" srcId="{DE7C3123-141F-4237-899A-8A6B4B0129E3}" destId="{C50CB9AD-2994-4F1E-8E9B-895A66215FBF}" srcOrd="15" destOrd="0" presId="urn:microsoft.com/office/officeart/2008/layout/LinedList"/>
    <dgm:cxn modelId="{30CB9157-07D3-4984-A0EB-7C6E2E4D6A02}" type="presParOf" srcId="{C50CB9AD-2994-4F1E-8E9B-895A66215FBF}" destId="{A361682F-9361-433F-B018-279D0B604904}" srcOrd="0" destOrd="0" presId="urn:microsoft.com/office/officeart/2008/layout/LinedList"/>
    <dgm:cxn modelId="{9EFF286D-5A18-4850-8F47-37B337A9A613}" type="presParOf" srcId="{C50CB9AD-2994-4F1E-8E9B-895A66215FBF}" destId="{2097EEA5-54A0-4564-B002-D0B7CAA87F5E}" srcOrd="1" destOrd="0" presId="urn:microsoft.com/office/officeart/2008/layout/LinedList"/>
    <dgm:cxn modelId="{FE8D223C-5E8B-4FE0-A7A6-EB523881F6B9}" type="presParOf" srcId="{DE7C3123-141F-4237-899A-8A6B4B0129E3}" destId="{45C02505-C787-4836-836F-F0995E1E47B3}" srcOrd="16" destOrd="0" presId="urn:microsoft.com/office/officeart/2008/layout/LinedList"/>
    <dgm:cxn modelId="{A3021D5D-3644-4AA6-B0C9-CD0440869DFA}" type="presParOf" srcId="{DE7C3123-141F-4237-899A-8A6B4B0129E3}" destId="{12FFF721-7D8A-44CA-B745-DA35A9DD86CF}" srcOrd="17" destOrd="0" presId="urn:microsoft.com/office/officeart/2008/layout/LinedList"/>
    <dgm:cxn modelId="{FF83C335-986B-454D-AD96-9DF6655DECF3}" type="presParOf" srcId="{12FFF721-7D8A-44CA-B745-DA35A9DD86CF}" destId="{DE433874-7261-4511-B2BF-A0C824435FB0}" srcOrd="0" destOrd="0" presId="urn:microsoft.com/office/officeart/2008/layout/LinedList"/>
    <dgm:cxn modelId="{CDFA6AB5-51D8-4A95-9D4F-30E44FBB9AD8}" type="presParOf" srcId="{12FFF721-7D8A-44CA-B745-DA35A9DD86CF}" destId="{C60C502D-DA26-42E2-BB89-66E0F4CE6335}" srcOrd="1" destOrd="0" presId="urn:microsoft.com/office/officeart/2008/layout/LinedList"/>
    <dgm:cxn modelId="{883C717A-2944-4BC0-BEBF-29F0EBC872F9}" type="presParOf" srcId="{DE7C3123-141F-4237-899A-8A6B4B0129E3}" destId="{8700E3E6-4BB4-4A90-9977-B478122FD4D3}" srcOrd="18" destOrd="0" presId="urn:microsoft.com/office/officeart/2008/layout/LinedList"/>
    <dgm:cxn modelId="{148B1B86-A88D-4F05-A717-4A09DF028EDB}" type="presParOf" srcId="{DE7C3123-141F-4237-899A-8A6B4B0129E3}" destId="{1D3F99AD-576D-4F40-8731-4CD99D3F9B9C}" srcOrd="19" destOrd="0" presId="urn:microsoft.com/office/officeart/2008/layout/LinedList"/>
    <dgm:cxn modelId="{C800A2AE-65AB-453F-BD81-B24777353122}" type="presParOf" srcId="{1D3F99AD-576D-4F40-8731-4CD99D3F9B9C}" destId="{9C4E4BA7-8C18-41E2-BC36-050F0C474264}" srcOrd="0" destOrd="0" presId="urn:microsoft.com/office/officeart/2008/layout/LinedList"/>
    <dgm:cxn modelId="{E0EE3EA6-9223-4515-9302-E2FE96C55B8B}" type="presParOf" srcId="{1D3F99AD-576D-4F40-8731-4CD99D3F9B9C}" destId="{84824A6F-5ACD-4941-86B5-136341DB981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F960B7A-C50B-4DF8-A4F8-A3FD3057191D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F9D4B1D-2370-4CBA-9530-F9C2B48B8232}">
      <dgm:prSet/>
      <dgm:spPr/>
      <dgm:t>
        <a:bodyPr/>
        <a:lstStyle/>
        <a:p>
          <a:r>
            <a:rPr lang="en-US" u="none" dirty="0"/>
            <a:t>1. </a:t>
          </a:r>
          <a:r>
            <a:rPr lang="en-US" u="none" dirty="0" err="1"/>
            <a:t>Statecharts</a:t>
          </a:r>
          <a:r>
            <a:rPr lang="en-US" u="none" dirty="0"/>
            <a:t> and </a:t>
          </a:r>
          <a:r>
            <a:rPr lang="en-US" u="none" dirty="0" err="1"/>
            <a:t>XState</a:t>
          </a:r>
        </a:p>
      </dgm:t>
    </dgm:pt>
    <dgm:pt modelId="{E4166895-CA9F-4BCD-BBA4-82D960472875}" type="parTrans" cxnId="{C6A5EF12-2BA9-4E80-91FA-49BD367955A1}">
      <dgm:prSet/>
      <dgm:spPr/>
      <dgm:t>
        <a:bodyPr/>
        <a:lstStyle/>
        <a:p>
          <a:endParaRPr lang="en-US"/>
        </a:p>
      </dgm:t>
    </dgm:pt>
    <dgm:pt modelId="{4C289CC9-C3AD-4BEA-9249-4B0854B9AF87}" type="sibTrans" cxnId="{C6A5EF12-2BA9-4E80-91FA-49BD367955A1}">
      <dgm:prSet/>
      <dgm:spPr/>
      <dgm:t>
        <a:bodyPr/>
        <a:lstStyle/>
        <a:p>
          <a:endParaRPr lang="en-US"/>
        </a:p>
      </dgm:t>
    </dgm:pt>
    <dgm:pt modelId="{6A57A66F-44D2-4ADF-A740-2D42F79DC8CD}">
      <dgm:prSet/>
      <dgm:spPr/>
      <dgm:t>
        <a:bodyPr/>
        <a:lstStyle/>
        <a:p>
          <a:r>
            <a:rPr lang="en-US" u="none"/>
            <a:t>Learned how to model conversation as states and transitions.</a:t>
          </a:r>
        </a:p>
      </dgm:t>
    </dgm:pt>
    <dgm:pt modelId="{47551375-EF37-4F22-ACBC-03A05BF0B99B}" type="parTrans" cxnId="{CD918F3A-6B7D-47B8-9FA7-90714A61CC34}">
      <dgm:prSet/>
      <dgm:spPr/>
      <dgm:t>
        <a:bodyPr/>
        <a:lstStyle/>
        <a:p>
          <a:endParaRPr lang="en-US"/>
        </a:p>
      </dgm:t>
    </dgm:pt>
    <dgm:pt modelId="{42C20B8C-D054-4EF3-B105-119367AB4F81}" type="sibTrans" cxnId="{CD918F3A-6B7D-47B8-9FA7-90714A61CC34}">
      <dgm:prSet/>
      <dgm:spPr/>
      <dgm:t>
        <a:bodyPr/>
        <a:lstStyle/>
        <a:p>
          <a:endParaRPr lang="en-US"/>
        </a:p>
      </dgm:t>
    </dgm:pt>
    <dgm:pt modelId="{F5C842E9-F347-4F4E-903C-13A4CC55D1B4}">
      <dgm:prSet/>
      <dgm:spPr/>
      <dgm:t>
        <a:bodyPr/>
        <a:lstStyle/>
        <a:p>
          <a:r>
            <a:rPr lang="en-US" u="none" dirty="0"/>
            <a:t>Used directly to </a:t>
          </a:r>
          <a:r>
            <a:rPr lang="en-US" u="none" dirty="0" err="1"/>
            <a:t>built</a:t>
          </a:r>
          <a:r>
            <a:rPr lang="en-US" u="none" dirty="0"/>
            <a:t> states in the game.</a:t>
          </a:r>
        </a:p>
      </dgm:t>
    </dgm:pt>
    <dgm:pt modelId="{AD9355C2-05C7-4DDD-9E1E-B13D45F7E0BB}" type="parTrans" cxnId="{6136ADCF-70E6-46BD-8276-7DED0C613B2A}">
      <dgm:prSet/>
      <dgm:spPr/>
      <dgm:t>
        <a:bodyPr/>
        <a:lstStyle/>
        <a:p>
          <a:endParaRPr lang="en-US"/>
        </a:p>
      </dgm:t>
    </dgm:pt>
    <dgm:pt modelId="{E4EF2D7B-7C76-40A5-8328-7A2A03572BBE}" type="sibTrans" cxnId="{6136ADCF-70E6-46BD-8276-7DED0C613B2A}">
      <dgm:prSet/>
      <dgm:spPr/>
      <dgm:t>
        <a:bodyPr/>
        <a:lstStyle/>
        <a:p>
          <a:endParaRPr lang="en-US"/>
        </a:p>
      </dgm:t>
    </dgm:pt>
    <dgm:pt modelId="{AB8FFAAF-3F67-4033-A850-AD9CDF05D0CF}">
      <dgm:prSet/>
      <dgm:spPr/>
      <dgm:t>
        <a:bodyPr/>
        <a:lstStyle/>
        <a:p>
          <a:r>
            <a:rPr lang="en-US" u="none"/>
            <a:t>2. Dialogue Management</a:t>
          </a:r>
        </a:p>
      </dgm:t>
    </dgm:pt>
    <dgm:pt modelId="{1704E4EC-9DD1-4188-A30F-798CFCAE95B0}" type="parTrans" cxnId="{066408B1-6899-49F1-B465-0F1F540FE95E}">
      <dgm:prSet/>
      <dgm:spPr/>
      <dgm:t>
        <a:bodyPr/>
        <a:lstStyle/>
        <a:p>
          <a:endParaRPr lang="en-US"/>
        </a:p>
      </dgm:t>
    </dgm:pt>
    <dgm:pt modelId="{503535B7-23E3-48A0-BDF4-075114D3FA16}" type="sibTrans" cxnId="{066408B1-6899-49F1-B465-0F1F540FE95E}">
      <dgm:prSet/>
      <dgm:spPr/>
      <dgm:t>
        <a:bodyPr/>
        <a:lstStyle/>
        <a:p>
          <a:endParaRPr lang="en-US"/>
        </a:p>
      </dgm:t>
    </dgm:pt>
    <dgm:pt modelId="{B6945F0C-6D2A-4B18-AA34-D687DD6071D0}">
      <dgm:prSet/>
      <dgm:spPr/>
      <dgm:t>
        <a:bodyPr/>
        <a:lstStyle/>
        <a:p>
          <a:r>
            <a:rPr lang="en-US" u="none"/>
            <a:t>Learned the Prompt -&gt; Ask pattern for each state</a:t>
          </a:r>
        </a:p>
      </dgm:t>
    </dgm:pt>
    <dgm:pt modelId="{E6219D4C-0CC1-462E-9411-268ADB9A90A6}" type="parTrans" cxnId="{15F0E347-4446-4FF2-AC3E-5A4591343AAD}">
      <dgm:prSet/>
      <dgm:spPr/>
      <dgm:t>
        <a:bodyPr/>
        <a:lstStyle/>
        <a:p>
          <a:endParaRPr lang="en-US"/>
        </a:p>
      </dgm:t>
    </dgm:pt>
    <dgm:pt modelId="{4E20F6E9-6527-49BB-8EFA-958B03C2FDEF}" type="sibTrans" cxnId="{15F0E347-4446-4FF2-AC3E-5A4591343AAD}">
      <dgm:prSet/>
      <dgm:spPr/>
      <dgm:t>
        <a:bodyPr/>
        <a:lstStyle/>
        <a:p>
          <a:endParaRPr lang="en-US"/>
        </a:p>
      </dgm:t>
    </dgm:pt>
    <dgm:pt modelId="{93EF2BFD-9F52-4F32-A482-1066D6D86073}">
      <dgm:prSet/>
      <dgm:spPr/>
      <dgm:t>
        <a:bodyPr/>
        <a:lstStyle/>
        <a:p>
          <a:r>
            <a:rPr lang="en-US" u="none"/>
            <a:t>Used in every single state in the game.(Greeting -&gt; Ask, Instructions -&gt; Ask etc..)</a:t>
          </a:r>
        </a:p>
      </dgm:t>
    </dgm:pt>
    <dgm:pt modelId="{6594205F-E918-4FA0-A376-A57C7064F9F7}" type="parTrans" cxnId="{4DB461CE-E5B7-4EFE-8CCD-77CE52F1DA57}">
      <dgm:prSet/>
      <dgm:spPr/>
      <dgm:t>
        <a:bodyPr/>
        <a:lstStyle/>
        <a:p>
          <a:endParaRPr lang="en-US"/>
        </a:p>
      </dgm:t>
    </dgm:pt>
    <dgm:pt modelId="{7364E811-C630-4EFF-9868-0494108379EC}" type="sibTrans" cxnId="{4DB461CE-E5B7-4EFE-8CCD-77CE52F1DA57}">
      <dgm:prSet/>
      <dgm:spPr/>
      <dgm:t>
        <a:bodyPr/>
        <a:lstStyle/>
        <a:p>
          <a:endParaRPr lang="en-US"/>
        </a:p>
      </dgm:t>
    </dgm:pt>
    <dgm:pt modelId="{59B61B58-A008-4790-B4CA-A1647FFA0146}">
      <dgm:prSet/>
      <dgm:spPr/>
      <dgm:t>
        <a:bodyPr/>
        <a:lstStyle/>
        <a:p>
          <a:r>
            <a:rPr lang="en-US" u="none" dirty="0"/>
            <a:t>Handling no-input and </a:t>
          </a:r>
          <a:r>
            <a:rPr lang="en-US" u="none" dirty="0" err="1"/>
            <a:t>unrecognised</a:t>
          </a:r>
          <a:r>
            <a:rPr lang="en-US" u="none" dirty="0"/>
            <a:t> input.</a:t>
          </a:r>
        </a:p>
      </dgm:t>
    </dgm:pt>
    <dgm:pt modelId="{05BF759A-C70C-4D5C-9ECB-D678411B3F41}" type="parTrans" cxnId="{8D823216-DE99-4CD2-9A9E-23DE8D511747}">
      <dgm:prSet/>
      <dgm:spPr/>
      <dgm:t>
        <a:bodyPr/>
        <a:lstStyle/>
        <a:p>
          <a:endParaRPr lang="en-US"/>
        </a:p>
      </dgm:t>
    </dgm:pt>
    <dgm:pt modelId="{CA3EB1BE-4040-4CA6-AF3A-38995EE20A4E}" type="sibTrans" cxnId="{8D823216-DE99-4CD2-9A9E-23DE8D511747}">
      <dgm:prSet/>
      <dgm:spPr/>
      <dgm:t>
        <a:bodyPr/>
        <a:lstStyle/>
        <a:p>
          <a:endParaRPr lang="en-US"/>
        </a:p>
      </dgm:t>
    </dgm:pt>
    <dgm:pt modelId="{E6DB2509-2E05-4AAF-9AF2-FEBB012BB9A7}">
      <dgm:prSet/>
      <dgm:spPr/>
      <dgm:t>
        <a:bodyPr/>
        <a:lstStyle/>
        <a:p>
          <a:r>
            <a:rPr lang="en-US" u="none"/>
            <a:t>3. Actor Model</a:t>
          </a:r>
        </a:p>
      </dgm:t>
    </dgm:pt>
    <dgm:pt modelId="{767B29FE-6AF7-4FBC-91DE-0E8976393B30}" type="parTrans" cxnId="{94F5C13C-0893-457E-BDB0-5888AFF79EBC}">
      <dgm:prSet/>
      <dgm:spPr/>
      <dgm:t>
        <a:bodyPr/>
        <a:lstStyle/>
        <a:p>
          <a:endParaRPr lang="en-US"/>
        </a:p>
      </dgm:t>
    </dgm:pt>
    <dgm:pt modelId="{87228292-3ED9-4ED8-BF17-08F52CF7033C}" type="sibTrans" cxnId="{94F5C13C-0893-457E-BDB0-5888AFF79EBC}">
      <dgm:prSet/>
      <dgm:spPr/>
      <dgm:t>
        <a:bodyPr/>
        <a:lstStyle/>
        <a:p>
          <a:endParaRPr lang="en-US"/>
        </a:p>
      </dgm:t>
    </dgm:pt>
    <dgm:pt modelId="{3284DFBA-6409-40F6-9328-1BA266997DBB}">
      <dgm:prSet/>
      <dgm:spPr/>
      <dgm:t>
        <a:bodyPr/>
        <a:lstStyle/>
        <a:p>
          <a:r>
            <a:rPr lang="en-US" u="none" dirty="0"/>
            <a:t>Learned how </a:t>
          </a:r>
          <a:r>
            <a:rPr lang="en-US" u="none" dirty="0" err="1"/>
            <a:t>XState</a:t>
          </a:r>
          <a:r>
            <a:rPr lang="en-US" u="none" dirty="0"/>
            <a:t> Actor works</a:t>
          </a:r>
        </a:p>
      </dgm:t>
    </dgm:pt>
    <dgm:pt modelId="{63D29D04-042D-4FBC-B2B0-A772A812271F}" type="parTrans" cxnId="{0FDA17A9-FDDC-43DD-A04A-3170618AABF1}">
      <dgm:prSet/>
      <dgm:spPr/>
      <dgm:t>
        <a:bodyPr/>
        <a:lstStyle/>
        <a:p>
          <a:endParaRPr lang="en-US"/>
        </a:p>
      </dgm:t>
    </dgm:pt>
    <dgm:pt modelId="{2121618D-9AB8-436D-B9DA-40AB8B8DE4B1}" type="sibTrans" cxnId="{0FDA17A9-FDDC-43DD-A04A-3170618AABF1}">
      <dgm:prSet/>
      <dgm:spPr/>
      <dgm:t>
        <a:bodyPr/>
        <a:lstStyle/>
        <a:p>
          <a:endParaRPr lang="en-US"/>
        </a:p>
      </dgm:t>
    </dgm:pt>
    <dgm:pt modelId="{A9FED249-A7F0-4B1D-8DD3-30447ADE1FEE}">
      <dgm:prSet/>
      <dgm:spPr/>
      <dgm:t>
        <a:bodyPr/>
        <a:lstStyle/>
        <a:p>
          <a:r>
            <a:rPr lang="en-US" u="none" dirty="0" err="1"/>
            <a:t>SpeechState</a:t>
          </a:r>
          <a:r>
            <a:rPr lang="en-US" u="none" dirty="0"/>
            <a:t> is spawned as a child actor</a:t>
          </a:r>
        </a:p>
      </dgm:t>
    </dgm:pt>
    <dgm:pt modelId="{70740EF5-22DA-4A55-A679-74E6DBEA82D9}" type="parTrans" cxnId="{3FCE882C-F4B0-4F5B-99EB-10F827E3BF46}">
      <dgm:prSet/>
      <dgm:spPr/>
      <dgm:t>
        <a:bodyPr/>
        <a:lstStyle/>
        <a:p>
          <a:endParaRPr lang="en-US"/>
        </a:p>
      </dgm:t>
    </dgm:pt>
    <dgm:pt modelId="{0A7B31EF-707D-49C6-BEC9-4006182B071E}" type="sibTrans" cxnId="{3FCE882C-F4B0-4F5B-99EB-10F827E3BF46}">
      <dgm:prSet/>
      <dgm:spPr/>
      <dgm:t>
        <a:bodyPr/>
        <a:lstStyle/>
        <a:p>
          <a:endParaRPr lang="en-US"/>
        </a:p>
      </dgm:t>
    </dgm:pt>
    <dgm:pt modelId="{D9C4E9F9-EE98-4365-949D-1F1EAC78B71F}">
      <dgm:prSet/>
      <dgm:spPr/>
      <dgm:t>
        <a:bodyPr/>
        <a:lstStyle/>
        <a:p>
          <a:r>
            <a:rPr lang="en-US" u="none"/>
            <a:t>Parent machine sends SPEAK and LISTEN events to it</a:t>
          </a:r>
        </a:p>
      </dgm:t>
    </dgm:pt>
    <dgm:pt modelId="{34B9F477-78DD-4BA6-A926-563648E77D56}" type="parTrans" cxnId="{FE533FC2-0B16-466B-A01A-C2E6E26BA5F9}">
      <dgm:prSet/>
      <dgm:spPr/>
      <dgm:t>
        <a:bodyPr/>
        <a:lstStyle/>
        <a:p>
          <a:endParaRPr lang="en-US"/>
        </a:p>
      </dgm:t>
    </dgm:pt>
    <dgm:pt modelId="{D1C8FBD4-DD86-44E8-8759-1AA1CE15EF4E}" type="sibTrans" cxnId="{FE533FC2-0B16-466B-A01A-C2E6E26BA5F9}">
      <dgm:prSet/>
      <dgm:spPr/>
      <dgm:t>
        <a:bodyPr/>
        <a:lstStyle/>
        <a:p>
          <a:endParaRPr lang="en-US"/>
        </a:p>
      </dgm:t>
    </dgm:pt>
    <dgm:pt modelId="{0AC9C763-8544-4B3D-801B-C417F4308E30}">
      <dgm:prSet/>
      <dgm:spPr/>
      <dgm:t>
        <a:bodyPr/>
        <a:lstStyle/>
        <a:p>
          <a:r>
            <a:rPr lang="en-US" u="none"/>
            <a:t>Child actor sends back SPEAK_COMPLETE, RECOGNISED, and ASR_NOINPUT events.</a:t>
          </a:r>
        </a:p>
      </dgm:t>
    </dgm:pt>
    <dgm:pt modelId="{F59C3B82-D621-4CF7-A0D8-32B55E5BFC19}" type="parTrans" cxnId="{73594E15-2168-461C-AC1E-0E37D36FC153}">
      <dgm:prSet/>
      <dgm:spPr/>
      <dgm:t>
        <a:bodyPr/>
        <a:lstStyle/>
        <a:p>
          <a:endParaRPr lang="en-US"/>
        </a:p>
      </dgm:t>
    </dgm:pt>
    <dgm:pt modelId="{AAD87C7C-1859-4181-91DE-DA340F8E177A}" type="sibTrans" cxnId="{73594E15-2168-461C-AC1E-0E37D36FC153}">
      <dgm:prSet/>
      <dgm:spPr/>
      <dgm:t>
        <a:bodyPr/>
        <a:lstStyle/>
        <a:p>
          <a:endParaRPr lang="en-US"/>
        </a:p>
      </dgm:t>
    </dgm:pt>
    <dgm:pt modelId="{EC1AB66C-1552-4B41-8FDB-D42EA79E05E8}" type="pres">
      <dgm:prSet presAssocID="{1F960B7A-C50B-4DF8-A4F8-A3FD3057191D}" presName="vert0" presStyleCnt="0">
        <dgm:presLayoutVars>
          <dgm:dir/>
          <dgm:animOne val="branch"/>
          <dgm:animLvl val="lvl"/>
        </dgm:presLayoutVars>
      </dgm:prSet>
      <dgm:spPr/>
    </dgm:pt>
    <dgm:pt modelId="{B464DFAF-75B9-4606-A745-4612D1F5F0D0}" type="pres">
      <dgm:prSet presAssocID="{2F9D4B1D-2370-4CBA-9530-F9C2B48B8232}" presName="thickLine" presStyleLbl="alignNode1" presStyleIdx="0" presStyleCnt="12"/>
      <dgm:spPr/>
    </dgm:pt>
    <dgm:pt modelId="{B4CFEB03-33A6-411A-B17A-4D746074F1DD}" type="pres">
      <dgm:prSet presAssocID="{2F9D4B1D-2370-4CBA-9530-F9C2B48B8232}" presName="horz1" presStyleCnt="0"/>
      <dgm:spPr/>
    </dgm:pt>
    <dgm:pt modelId="{AC055DA4-80D9-42D4-949B-B4A5DC91642F}" type="pres">
      <dgm:prSet presAssocID="{2F9D4B1D-2370-4CBA-9530-F9C2B48B8232}" presName="tx1" presStyleLbl="revTx" presStyleIdx="0" presStyleCnt="12"/>
      <dgm:spPr/>
    </dgm:pt>
    <dgm:pt modelId="{946D2374-248E-4934-A7D6-26C8E56AD007}" type="pres">
      <dgm:prSet presAssocID="{2F9D4B1D-2370-4CBA-9530-F9C2B48B8232}" presName="vert1" presStyleCnt="0"/>
      <dgm:spPr/>
    </dgm:pt>
    <dgm:pt modelId="{AEC52567-B8DD-4839-9743-D67A8815155A}" type="pres">
      <dgm:prSet presAssocID="{6A57A66F-44D2-4ADF-A740-2D42F79DC8CD}" presName="thickLine" presStyleLbl="alignNode1" presStyleIdx="1" presStyleCnt="12"/>
      <dgm:spPr/>
    </dgm:pt>
    <dgm:pt modelId="{762F683E-6C90-4D87-B38D-0B20B5F4C6F5}" type="pres">
      <dgm:prSet presAssocID="{6A57A66F-44D2-4ADF-A740-2D42F79DC8CD}" presName="horz1" presStyleCnt="0"/>
      <dgm:spPr/>
    </dgm:pt>
    <dgm:pt modelId="{88DCEFD4-3F80-475D-8BF3-5B03992894BD}" type="pres">
      <dgm:prSet presAssocID="{6A57A66F-44D2-4ADF-A740-2D42F79DC8CD}" presName="tx1" presStyleLbl="revTx" presStyleIdx="1" presStyleCnt="12"/>
      <dgm:spPr/>
    </dgm:pt>
    <dgm:pt modelId="{B6AE9CE9-9D72-4E43-8129-5F2E5DAA42F8}" type="pres">
      <dgm:prSet presAssocID="{6A57A66F-44D2-4ADF-A740-2D42F79DC8CD}" presName="vert1" presStyleCnt="0"/>
      <dgm:spPr/>
    </dgm:pt>
    <dgm:pt modelId="{85DA4D09-4822-45BD-8C57-10CD5EABA4FE}" type="pres">
      <dgm:prSet presAssocID="{F5C842E9-F347-4F4E-903C-13A4CC55D1B4}" presName="thickLine" presStyleLbl="alignNode1" presStyleIdx="2" presStyleCnt="12"/>
      <dgm:spPr/>
    </dgm:pt>
    <dgm:pt modelId="{D3B32789-82FE-4E28-8A42-EC49BF96EDCB}" type="pres">
      <dgm:prSet presAssocID="{F5C842E9-F347-4F4E-903C-13A4CC55D1B4}" presName="horz1" presStyleCnt="0"/>
      <dgm:spPr/>
    </dgm:pt>
    <dgm:pt modelId="{56F03F1D-31BE-4890-8D8C-889ED7C1FFD8}" type="pres">
      <dgm:prSet presAssocID="{F5C842E9-F347-4F4E-903C-13A4CC55D1B4}" presName="tx1" presStyleLbl="revTx" presStyleIdx="2" presStyleCnt="12"/>
      <dgm:spPr/>
    </dgm:pt>
    <dgm:pt modelId="{355B1C9B-16AA-41FE-AF00-A9F65B774724}" type="pres">
      <dgm:prSet presAssocID="{F5C842E9-F347-4F4E-903C-13A4CC55D1B4}" presName="vert1" presStyleCnt="0"/>
      <dgm:spPr/>
    </dgm:pt>
    <dgm:pt modelId="{8D59AE25-023D-4759-86EE-120DD1977881}" type="pres">
      <dgm:prSet presAssocID="{AB8FFAAF-3F67-4033-A850-AD9CDF05D0CF}" presName="thickLine" presStyleLbl="alignNode1" presStyleIdx="3" presStyleCnt="12"/>
      <dgm:spPr/>
    </dgm:pt>
    <dgm:pt modelId="{51FF1177-61FC-4FD6-BC5D-AFECA9824969}" type="pres">
      <dgm:prSet presAssocID="{AB8FFAAF-3F67-4033-A850-AD9CDF05D0CF}" presName="horz1" presStyleCnt="0"/>
      <dgm:spPr/>
    </dgm:pt>
    <dgm:pt modelId="{7C78F9CD-892A-4606-8A42-ABAA96436028}" type="pres">
      <dgm:prSet presAssocID="{AB8FFAAF-3F67-4033-A850-AD9CDF05D0CF}" presName="tx1" presStyleLbl="revTx" presStyleIdx="3" presStyleCnt="12"/>
      <dgm:spPr/>
    </dgm:pt>
    <dgm:pt modelId="{0A705F85-F98B-46A5-9F8E-84EEFF8A1833}" type="pres">
      <dgm:prSet presAssocID="{AB8FFAAF-3F67-4033-A850-AD9CDF05D0CF}" presName="vert1" presStyleCnt="0"/>
      <dgm:spPr/>
    </dgm:pt>
    <dgm:pt modelId="{BF2D05EF-7F68-40A9-AA64-0A383B90A611}" type="pres">
      <dgm:prSet presAssocID="{B6945F0C-6D2A-4B18-AA34-D687DD6071D0}" presName="thickLine" presStyleLbl="alignNode1" presStyleIdx="4" presStyleCnt="12"/>
      <dgm:spPr/>
    </dgm:pt>
    <dgm:pt modelId="{CB0BAA74-703B-435A-98E6-481A4EEAE581}" type="pres">
      <dgm:prSet presAssocID="{B6945F0C-6D2A-4B18-AA34-D687DD6071D0}" presName="horz1" presStyleCnt="0"/>
      <dgm:spPr/>
    </dgm:pt>
    <dgm:pt modelId="{F03AAA40-A766-4BB9-B4DF-079110600C90}" type="pres">
      <dgm:prSet presAssocID="{B6945F0C-6D2A-4B18-AA34-D687DD6071D0}" presName="tx1" presStyleLbl="revTx" presStyleIdx="4" presStyleCnt="12"/>
      <dgm:spPr/>
    </dgm:pt>
    <dgm:pt modelId="{F9399CF2-B2B6-49CC-BE7D-8CC372D82478}" type="pres">
      <dgm:prSet presAssocID="{B6945F0C-6D2A-4B18-AA34-D687DD6071D0}" presName="vert1" presStyleCnt="0"/>
      <dgm:spPr/>
    </dgm:pt>
    <dgm:pt modelId="{ECE184A6-8776-404E-B46D-C456C8AA4986}" type="pres">
      <dgm:prSet presAssocID="{93EF2BFD-9F52-4F32-A482-1066D6D86073}" presName="thickLine" presStyleLbl="alignNode1" presStyleIdx="5" presStyleCnt="12"/>
      <dgm:spPr/>
    </dgm:pt>
    <dgm:pt modelId="{525C6177-8D59-47D7-B104-BC91329ED599}" type="pres">
      <dgm:prSet presAssocID="{93EF2BFD-9F52-4F32-A482-1066D6D86073}" presName="horz1" presStyleCnt="0"/>
      <dgm:spPr/>
    </dgm:pt>
    <dgm:pt modelId="{DE652F74-60BC-4400-9759-E27B21B919FB}" type="pres">
      <dgm:prSet presAssocID="{93EF2BFD-9F52-4F32-A482-1066D6D86073}" presName="tx1" presStyleLbl="revTx" presStyleIdx="5" presStyleCnt="12"/>
      <dgm:spPr/>
    </dgm:pt>
    <dgm:pt modelId="{3EA88E61-F232-49F0-B972-A2F6E7D32B13}" type="pres">
      <dgm:prSet presAssocID="{93EF2BFD-9F52-4F32-A482-1066D6D86073}" presName="vert1" presStyleCnt="0"/>
      <dgm:spPr/>
    </dgm:pt>
    <dgm:pt modelId="{8EA4F774-C8F6-4227-ACD2-A46E8FC552B7}" type="pres">
      <dgm:prSet presAssocID="{59B61B58-A008-4790-B4CA-A1647FFA0146}" presName="thickLine" presStyleLbl="alignNode1" presStyleIdx="6" presStyleCnt="12"/>
      <dgm:spPr/>
    </dgm:pt>
    <dgm:pt modelId="{79CB85F4-F13C-489E-9A23-057884268FD3}" type="pres">
      <dgm:prSet presAssocID="{59B61B58-A008-4790-B4CA-A1647FFA0146}" presName="horz1" presStyleCnt="0"/>
      <dgm:spPr/>
    </dgm:pt>
    <dgm:pt modelId="{3DB3C1D6-1D37-498D-A01E-BC4477906846}" type="pres">
      <dgm:prSet presAssocID="{59B61B58-A008-4790-B4CA-A1647FFA0146}" presName="tx1" presStyleLbl="revTx" presStyleIdx="6" presStyleCnt="12"/>
      <dgm:spPr/>
    </dgm:pt>
    <dgm:pt modelId="{286E38FA-9D11-4D27-B6F4-8663E3C33391}" type="pres">
      <dgm:prSet presAssocID="{59B61B58-A008-4790-B4CA-A1647FFA0146}" presName="vert1" presStyleCnt="0"/>
      <dgm:spPr/>
    </dgm:pt>
    <dgm:pt modelId="{CAB27BDD-BBC7-47E7-AC57-4492FCC1289E}" type="pres">
      <dgm:prSet presAssocID="{E6DB2509-2E05-4AAF-9AF2-FEBB012BB9A7}" presName="thickLine" presStyleLbl="alignNode1" presStyleIdx="7" presStyleCnt="12"/>
      <dgm:spPr/>
    </dgm:pt>
    <dgm:pt modelId="{2120881C-804F-4D3E-A96E-FCDC33CCE8C0}" type="pres">
      <dgm:prSet presAssocID="{E6DB2509-2E05-4AAF-9AF2-FEBB012BB9A7}" presName="horz1" presStyleCnt="0"/>
      <dgm:spPr/>
    </dgm:pt>
    <dgm:pt modelId="{BB0B2406-DA0A-4819-A465-B288C22D8044}" type="pres">
      <dgm:prSet presAssocID="{E6DB2509-2E05-4AAF-9AF2-FEBB012BB9A7}" presName="tx1" presStyleLbl="revTx" presStyleIdx="7" presStyleCnt="12"/>
      <dgm:spPr/>
    </dgm:pt>
    <dgm:pt modelId="{8A80AFC4-D49E-450B-B96F-8C4CFD200C43}" type="pres">
      <dgm:prSet presAssocID="{E6DB2509-2E05-4AAF-9AF2-FEBB012BB9A7}" presName="vert1" presStyleCnt="0"/>
      <dgm:spPr/>
    </dgm:pt>
    <dgm:pt modelId="{F5C4474F-B629-4414-829E-557C0B1E27E9}" type="pres">
      <dgm:prSet presAssocID="{3284DFBA-6409-40F6-9328-1BA266997DBB}" presName="thickLine" presStyleLbl="alignNode1" presStyleIdx="8" presStyleCnt="12"/>
      <dgm:spPr/>
    </dgm:pt>
    <dgm:pt modelId="{B9955365-E27A-468A-B7D7-AE9152FF228D}" type="pres">
      <dgm:prSet presAssocID="{3284DFBA-6409-40F6-9328-1BA266997DBB}" presName="horz1" presStyleCnt="0"/>
      <dgm:spPr/>
    </dgm:pt>
    <dgm:pt modelId="{E1B9894A-63A6-4F52-830A-D6650E4C6BAC}" type="pres">
      <dgm:prSet presAssocID="{3284DFBA-6409-40F6-9328-1BA266997DBB}" presName="tx1" presStyleLbl="revTx" presStyleIdx="8" presStyleCnt="12"/>
      <dgm:spPr/>
    </dgm:pt>
    <dgm:pt modelId="{9A78CD82-010D-4A00-B93B-9CA5EC8BB520}" type="pres">
      <dgm:prSet presAssocID="{3284DFBA-6409-40F6-9328-1BA266997DBB}" presName="vert1" presStyleCnt="0"/>
      <dgm:spPr/>
    </dgm:pt>
    <dgm:pt modelId="{0C5B6BC0-4659-4ED8-A2CF-C5A75C8F98AD}" type="pres">
      <dgm:prSet presAssocID="{A9FED249-A7F0-4B1D-8DD3-30447ADE1FEE}" presName="thickLine" presStyleLbl="alignNode1" presStyleIdx="9" presStyleCnt="12"/>
      <dgm:spPr/>
    </dgm:pt>
    <dgm:pt modelId="{2E700753-AD90-4818-B066-86243D603C63}" type="pres">
      <dgm:prSet presAssocID="{A9FED249-A7F0-4B1D-8DD3-30447ADE1FEE}" presName="horz1" presStyleCnt="0"/>
      <dgm:spPr/>
    </dgm:pt>
    <dgm:pt modelId="{EDBF4383-CF59-4EA8-B345-8D1CDD3CEC78}" type="pres">
      <dgm:prSet presAssocID="{A9FED249-A7F0-4B1D-8DD3-30447ADE1FEE}" presName="tx1" presStyleLbl="revTx" presStyleIdx="9" presStyleCnt="12"/>
      <dgm:spPr/>
    </dgm:pt>
    <dgm:pt modelId="{1647341E-9226-4097-89F7-FE8ABC0B715A}" type="pres">
      <dgm:prSet presAssocID="{A9FED249-A7F0-4B1D-8DD3-30447ADE1FEE}" presName="vert1" presStyleCnt="0"/>
      <dgm:spPr/>
    </dgm:pt>
    <dgm:pt modelId="{D40496B6-F467-4600-8C6C-975678B97380}" type="pres">
      <dgm:prSet presAssocID="{D9C4E9F9-EE98-4365-949D-1F1EAC78B71F}" presName="thickLine" presStyleLbl="alignNode1" presStyleIdx="10" presStyleCnt="12"/>
      <dgm:spPr/>
    </dgm:pt>
    <dgm:pt modelId="{954523E9-6025-4BB4-A10A-CEA50EC8C589}" type="pres">
      <dgm:prSet presAssocID="{D9C4E9F9-EE98-4365-949D-1F1EAC78B71F}" presName="horz1" presStyleCnt="0"/>
      <dgm:spPr/>
    </dgm:pt>
    <dgm:pt modelId="{91E67FDC-2066-4689-B60B-1986781AC6F7}" type="pres">
      <dgm:prSet presAssocID="{D9C4E9F9-EE98-4365-949D-1F1EAC78B71F}" presName="tx1" presStyleLbl="revTx" presStyleIdx="10" presStyleCnt="12"/>
      <dgm:spPr/>
    </dgm:pt>
    <dgm:pt modelId="{E47D3954-B3CB-4A02-A447-15FAE2CAD127}" type="pres">
      <dgm:prSet presAssocID="{D9C4E9F9-EE98-4365-949D-1F1EAC78B71F}" presName="vert1" presStyleCnt="0"/>
      <dgm:spPr/>
    </dgm:pt>
    <dgm:pt modelId="{4052452A-DF41-452D-A2A8-8E83FE1B5FCA}" type="pres">
      <dgm:prSet presAssocID="{0AC9C763-8544-4B3D-801B-C417F4308E30}" presName="thickLine" presStyleLbl="alignNode1" presStyleIdx="11" presStyleCnt="12"/>
      <dgm:spPr/>
    </dgm:pt>
    <dgm:pt modelId="{46BCA32A-267B-4BF2-AFF0-D786FE9B1BB3}" type="pres">
      <dgm:prSet presAssocID="{0AC9C763-8544-4B3D-801B-C417F4308E30}" presName="horz1" presStyleCnt="0"/>
      <dgm:spPr/>
    </dgm:pt>
    <dgm:pt modelId="{934586E3-5461-4109-BFD9-E1EBEAC0D11D}" type="pres">
      <dgm:prSet presAssocID="{0AC9C763-8544-4B3D-801B-C417F4308E30}" presName="tx1" presStyleLbl="revTx" presStyleIdx="11" presStyleCnt="12"/>
      <dgm:spPr/>
    </dgm:pt>
    <dgm:pt modelId="{BE2E03C5-F18E-4CFE-BF58-EEB84B6323E4}" type="pres">
      <dgm:prSet presAssocID="{0AC9C763-8544-4B3D-801B-C417F4308E30}" presName="vert1" presStyleCnt="0"/>
      <dgm:spPr/>
    </dgm:pt>
  </dgm:ptLst>
  <dgm:cxnLst>
    <dgm:cxn modelId="{545CD70C-C081-4019-8EC1-732C33A1C3F7}" type="presOf" srcId="{59B61B58-A008-4790-B4CA-A1647FFA0146}" destId="{3DB3C1D6-1D37-498D-A01E-BC4477906846}" srcOrd="0" destOrd="0" presId="urn:microsoft.com/office/officeart/2008/layout/LinedList"/>
    <dgm:cxn modelId="{C6A5EF12-2BA9-4E80-91FA-49BD367955A1}" srcId="{1F960B7A-C50B-4DF8-A4F8-A3FD3057191D}" destId="{2F9D4B1D-2370-4CBA-9530-F9C2B48B8232}" srcOrd="0" destOrd="0" parTransId="{E4166895-CA9F-4BCD-BBA4-82D960472875}" sibTransId="{4C289CC9-C3AD-4BEA-9249-4B0854B9AF87}"/>
    <dgm:cxn modelId="{73594E15-2168-461C-AC1E-0E37D36FC153}" srcId="{1F960B7A-C50B-4DF8-A4F8-A3FD3057191D}" destId="{0AC9C763-8544-4B3D-801B-C417F4308E30}" srcOrd="11" destOrd="0" parTransId="{F59C3B82-D621-4CF7-A0D8-32B55E5BFC19}" sibTransId="{AAD87C7C-1859-4181-91DE-DA340F8E177A}"/>
    <dgm:cxn modelId="{8D823216-DE99-4CD2-9A9E-23DE8D511747}" srcId="{1F960B7A-C50B-4DF8-A4F8-A3FD3057191D}" destId="{59B61B58-A008-4790-B4CA-A1647FFA0146}" srcOrd="6" destOrd="0" parTransId="{05BF759A-C70C-4D5C-9ECB-D678411B3F41}" sibTransId="{CA3EB1BE-4040-4CA6-AF3A-38995EE20A4E}"/>
    <dgm:cxn modelId="{CDA93516-F034-428E-AAF0-B4538D3BC97E}" type="presOf" srcId="{3284DFBA-6409-40F6-9328-1BA266997DBB}" destId="{E1B9894A-63A6-4F52-830A-D6650E4C6BAC}" srcOrd="0" destOrd="0" presId="urn:microsoft.com/office/officeart/2008/layout/LinedList"/>
    <dgm:cxn modelId="{3FFA2019-CD43-4E37-BEE2-830F0D11FFF5}" type="presOf" srcId="{B6945F0C-6D2A-4B18-AA34-D687DD6071D0}" destId="{F03AAA40-A766-4BB9-B4DF-079110600C90}" srcOrd="0" destOrd="0" presId="urn:microsoft.com/office/officeart/2008/layout/LinedList"/>
    <dgm:cxn modelId="{7071301A-7DA0-49D5-B1BC-67F95F009591}" type="presOf" srcId="{D9C4E9F9-EE98-4365-949D-1F1EAC78B71F}" destId="{91E67FDC-2066-4689-B60B-1986781AC6F7}" srcOrd="0" destOrd="0" presId="urn:microsoft.com/office/officeart/2008/layout/LinedList"/>
    <dgm:cxn modelId="{7A01362A-2CEF-44AC-A2C5-2C5BF57791B5}" type="presOf" srcId="{0AC9C763-8544-4B3D-801B-C417F4308E30}" destId="{934586E3-5461-4109-BFD9-E1EBEAC0D11D}" srcOrd="0" destOrd="0" presId="urn:microsoft.com/office/officeart/2008/layout/LinedList"/>
    <dgm:cxn modelId="{3FCE882C-F4B0-4F5B-99EB-10F827E3BF46}" srcId="{1F960B7A-C50B-4DF8-A4F8-A3FD3057191D}" destId="{A9FED249-A7F0-4B1D-8DD3-30447ADE1FEE}" srcOrd="9" destOrd="0" parTransId="{70740EF5-22DA-4A55-A679-74E6DBEA82D9}" sibTransId="{0A7B31EF-707D-49C6-BEC9-4006182B071E}"/>
    <dgm:cxn modelId="{CD918F3A-6B7D-47B8-9FA7-90714A61CC34}" srcId="{1F960B7A-C50B-4DF8-A4F8-A3FD3057191D}" destId="{6A57A66F-44D2-4ADF-A740-2D42F79DC8CD}" srcOrd="1" destOrd="0" parTransId="{47551375-EF37-4F22-ACBC-03A05BF0B99B}" sibTransId="{42C20B8C-D054-4EF3-B105-119367AB4F81}"/>
    <dgm:cxn modelId="{94F5C13C-0893-457E-BDB0-5888AFF79EBC}" srcId="{1F960B7A-C50B-4DF8-A4F8-A3FD3057191D}" destId="{E6DB2509-2E05-4AAF-9AF2-FEBB012BB9A7}" srcOrd="7" destOrd="0" parTransId="{767B29FE-6AF7-4FBC-91DE-0E8976393B30}" sibTransId="{87228292-3ED9-4ED8-BF17-08F52CF7033C}"/>
    <dgm:cxn modelId="{15F0E347-4446-4FF2-AC3E-5A4591343AAD}" srcId="{1F960B7A-C50B-4DF8-A4F8-A3FD3057191D}" destId="{B6945F0C-6D2A-4B18-AA34-D687DD6071D0}" srcOrd="4" destOrd="0" parTransId="{E6219D4C-0CC1-462E-9411-268ADB9A90A6}" sibTransId="{4E20F6E9-6527-49BB-8EFA-958B03C2FDEF}"/>
    <dgm:cxn modelId="{22877F77-B24A-4D2E-B4D0-45026D8BCB7B}" type="presOf" srcId="{AB8FFAAF-3F67-4033-A850-AD9CDF05D0CF}" destId="{7C78F9CD-892A-4606-8A42-ABAA96436028}" srcOrd="0" destOrd="0" presId="urn:microsoft.com/office/officeart/2008/layout/LinedList"/>
    <dgm:cxn modelId="{CC2B007C-F675-41E6-AEA7-7E46CB2E7983}" type="presOf" srcId="{93EF2BFD-9F52-4F32-A482-1066D6D86073}" destId="{DE652F74-60BC-4400-9759-E27B21B919FB}" srcOrd="0" destOrd="0" presId="urn:microsoft.com/office/officeart/2008/layout/LinedList"/>
    <dgm:cxn modelId="{47CD4386-E893-4B43-8AC8-571E9DCC5075}" type="presOf" srcId="{E6DB2509-2E05-4AAF-9AF2-FEBB012BB9A7}" destId="{BB0B2406-DA0A-4819-A465-B288C22D8044}" srcOrd="0" destOrd="0" presId="urn:microsoft.com/office/officeart/2008/layout/LinedList"/>
    <dgm:cxn modelId="{EE8DC09D-4986-4BA7-9936-B4E21080812A}" type="presOf" srcId="{F5C842E9-F347-4F4E-903C-13A4CC55D1B4}" destId="{56F03F1D-31BE-4890-8D8C-889ED7C1FFD8}" srcOrd="0" destOrd="0" presId="urn:microsoft.com/office/officeart/2008/layout/LinedList"/>
    <dgm:cxn modelId="{B9C27AA6-DEBA-4AB7-8B97-61DD91DEBD98}" type="presOf" srcId="{A9FED249-A7F0-4B1D-8DD3-30447ADE1FEE}" destId="{EDBF4383-CF59-4EA8-B345-8D1CDD3CEC78}" srcOrd="0" destOrd="0" presId="urn:microsoft.com/office/officeart/2008/layout/LinedList"/>
    <dgm:cxn modelId="{0FDA17A9-FDDC-43DD-A04A-3170618AABF1}" srcId="{1F960B7A-C50B-4DF8-A4F8-A3FD3057191D}" destId="{3284DFBA-6409-40F6-9328-1BA266997DBB}" srcOrd="8" destOrd="0" parTransId="{63D29D04-042D-4FBC-B2B0-A772A812271F}" sibTransId="{2121618D-9AB8-436D-B9DA-40AB8B8DE4B1}"/>
    <dgm:cxn modelId="{066408B1-6899-49F1-B465-0F1F540FE95E}" srcId="{1F960B7A-C50B-4DF8-A4F8-A3FD3057191D}" destId="{AB8FFAAF-3F67-4033-A850-AD9CDF05D0CF}" srcOrd="3" destOrd="0" parTransId="{1704E4EC-9DD1-4188-A30F-798CFCAE95B0}" sibTransId="{503535B7-23E3-48A0-BDF4-075114D3FA16}"/>
    <dgm:cxn modelId="{FE533FC2-0B16-466B-A01A-C2E6E26BA5F9}" srcId="{1F960B7A-C50B-4DF8-A4F8-A3FD3057191D}" destId="{D9C4E9F9-EE98-4365-949D-1F1EAC78B71F}" srcOrd="10" destOrd="0" parTransId="{34B9F477-78DD-4BA6-A926-563648E77D56}" sibTransId="{D1C8FBD4-DD86-44E8-8759-1AA1CE15EF4E}"/>
    <dgm:cxn modelId="{4DB461CE-E5B7-4EFE-8CCD-77CE52F1DA57}" srcId="{1F960B7A-C50B-4DF8-A4F8-A3FD3057191D}" destId="{93EF2BFD-9F52-4F32-A482-1066D6D86073}" srcOrd="5" destOrd="0" parTransId="{6594205F-E918-4FA0-A376-A57C7064F9F7}" sibTransId="{7364E811-C630-4EFF-9868-0494108379EC}"/>
    <dgm:cxn modelId="{6136ADCF-70E6-46BD-8276-7DED0C613B2A}" srcId="{1F960B7A-C50B-4DF8-A4F8-A3FD3057191D}" destId="{F5C842E9-F347-4F4E-903C-13A4CC55D1B4}" srcOrd="2" destOrd="0" parTransId="{AD9355C2-05C7-4DDD-9E1E-B13D45F7E0BB}" sibTransId="{E4EF2D7B-7C76-40A5-8328-7A2A03572BBE}"/>
    <dgm:cxn modelId="{59CFC5D5-9781-45F2-9452-E2A111C27611}" type="presOf" srcId="{1F960B7A-C50B-4DF8-A4F8-A3FD3057191D}" destId="{EC1AB66C-1552-4B41-8FDB-D42EA79E05E8}" srcOrd="0" destOrd="0" presId="urn:microsoft.com/office/officeart/2008/layout/LinedList"/>
    <dgm:cxn modelId="{150CB6F4-461E-455B-AB4F-17AA7BEE4692}" type="presOf" srcId="{2F9D4B1D-2370-4CBA-9530-F9C2B48B8232}" destId="{AC055DA4-80D9-42D4-949B-B4A5DC91642F}" srcOrd="0" destOrd="0" presId="urn:microsoft.com/office/officeart/2008/layout/LinedList"/>
    <dgm:cxn modelId="{A9010CF5-E759-4825-9B5C-47A3CA0C5AD8}" type="presOf" srcId="{6A57A66F-44D2-4ADF-A740-2D42F79DC8CD}" destId="{88DCEFD4-3F80-475D-8BF3-5B03992894BD}" srcOrd="0" destOrd="0" presId="urn:microsoft.com/office/officeart/2008/layout/LinedList"/>
    <dgm:cxn modelId="{B887720F-9E76-4ED5-85CE-CE905F0567D0}" type="presParOf" srcId="{EC1AB66C-1552-4B41-8FDB-D42EA79E05E8}" destId="{B464DFAF-75B9-4606-A745-4612D1F5F0D0}" srcOrd="0" destOrd="0" presId="urn:microsoft.com/office/officeart/2008/layout/LinedList"/>
    <dgm:cxn modelId="{50B7CE4D-EB44-4C3E-ADFE-E49FF00C5FB8}" type="presParOf" srcId="{EC1AB66C-1552-4B41-8FDB-D42EA79E05E8}" destId="{B4CFEB03-33A6-411A-B17A-4D746074F1DD}" srcOrd="1" destOrd="0" presId="urn:microsoft.com/office/officeart/2008/layout/LinedList"/>
    <dgm:cxn modelId="{831F90E3-D897-45C9-99CE-239635B9397B}" type="presParOf" srcId="{B4CFEB03-33A6-411A-B17A-4D746074F1DD}" destId="{AC055DA4-80D9-42D4-949B-B4A5DC91642F}" srcOrd="0" destOrd="0" presId="urn:microsoft.com/office/officeart/2008/layout/LinedList"/>
    <dgm:cxn modelId="{715A742D-AB37-40B3-86E7-6F20A623B19F}" type="presParOf" srcId="{B4CFEB03-33A6-411A-B17A-4D746074F1DD}" destId="{946D2374-248E-4934-A7D6-26C8E56AD007}" srcOrd="1" destOrd="0" presId="urn:microsoft.com/office/officeart/2008/layout/LinedList"/>
    <dgm:cxn modelId="{24DF8D56-CEE1-42A8-9797-78B47097AE2C}" type="presParOf" srcId="{EC1AB66C-1552-4B41-8FDB-D42EA79E05E8}" destId="{AEC52567-B8DD-4839-9743-D67A8815155A}" srcOrd="2" destOrd="0" presId="urn:microsoft.com/office/officeart/2008/layout/LinedList"/>
    <dgm:cxn modelId="{66EFF6F3-B62A-426C-8CCC-623B5747E343}" type="presParOf" srcId="{EC1AB66C-1552-4B41-8FDB-D42EA79E05E8}" destId="{762F683E-6C90-4D87-B38D-0B20B5F4C6F5}" srcOrd="3" destOrd="0" presId="urn:microsoft.com/office/officeart/2008/layout/LinedList"/>
    <dgm:cxn modelId="{0F6C5EC5-7F2F-40CF-B028-32BABB17951F}" type="presParOf" srcId="{762F683E-6C90-4D87-B38D-0B20B5F4C6F5}" destId="{88DCEFD4-3F80-475D-8BF3-5B03992894BD}" srcOrd="0" destOrd="0" presId="urn:microsoft.com/office/officeart/2008/layout/LinedList"/>
    <dgm:cxn modelId="{5E642F72-FE45-4C09-A920-EADCDBA9E741}" type="presParOf" srcId="{762F683E-6C90-4D87-B38D-0B20B5F4C6F5}" destId="{B6AE9CE9-9D72-4E43-8129-5F2E5DAA42F8}" srcOrd="1" destOrd="0" presId="urn:microsoft.com/office/officeart/2008/layout/LinedList"/>
    <dgm:cxn modelId="{F98037EC-F027-4A1E-9CD0-0F4B89599FE8}" type="presParOf" srcId="{EC1AB66C-1552-4B41-8FDB-D42EA79E05E8}" destId="{85DA4D09-4822-45BD-8C57-10CD5EABA4FE}" srcOrd="4" destOrd="0" presId="urn:microsoft.com/office/officeart/2008/layout/LinedList"/>
    <dgm:cxn modelId="{07191CB4-A477-4BDA-9028-67061E1F1A24}" type="presParOf" srcId="{EC1AB66C-1552-4B41-8FDB-D42EA79E05E8}" destId="{D3B32789-82FE-4E28-8A42-EC49BF96EDCB}" srcOrd="5" destOrd="0" presId="urn:microsoft.com/office/officeart/2008/layout/LinedList"/>
    <dgm:cxn modelId="{B437F22C-B777-48BC-82CF-8F44DC06248D}" type="presParOf" srcId="{D3B32789-82FE-4E28-8A42-EC49BF96EDCB}" destId="{56F03F1D-31BE-4890-8D8C-889ED7C1FFD8}" srcOrd="0" destOrd="0" presId="urn:microsoft.com/office/officeart/2008/layout/LinedList"/>
    <dgm:cxn modelId="{13384EA0-E5CF-4D77-B438-8EB6FAD1B7C8}" type="presParOf" srcId="{D3B32789-82FE-4E28-8A42-EC49BF96EDCB}" destId="{355B1C9B-16AA-41FE-AF00-A9F65B774724}" srcOrd="1" destOrd="0" presId="urn:microsoft.com/office/officeart/2008/layout/LinedList"/>
    <dgm:cxn modelId="{A9AB42CE-28A6-4451-9C50-4C79627BCF3B}" type="presParOf" srcId="{EC1AB66C-1552-4B41-8FDB-D42EA79E05E8}" destId="{8D59AE25-023D-4759-86EE-120DD1977881}" srcOrd="6" destOrd="0" presId="urn:microsoft.com/office/officeart/2008/layout/LinedList"/>
    <dgm:cxn modelId="{9B9B29C7-38BD-48A7-83C1-BDE5B8E74D34}" type="presParOf" srcId="{EC1AB66C-1552-4B41-8FDB-D42EA79E05E8}" destId="{51FF1177-61FC-4FD6-BC5D-AFECA9824969}" srcOrd="7" destOrd="0" presId="urn:microsoft.com/office/officeart/2008/layout/LinedList"/>
    <dgm:cxn modelId="{26E2CFA2-6FE4-4D90-921C-5A3FB516B65E}" type="presParOf" srcId="{51FF1177-61FC-4FD6-BC5D-AFECA9824969}" destId="{7C78F9CD-892A-4606-8A42-ABAA96436028}" srcOrd="0" destOrd="0" presId="urn:microsoft.com/office/officeart/2008/layout/LinedList"/>
    <dgm:cxn modelId="{67ABC20A-7164-4B32-A90C-24372A33873F}" type="presParOf" srcId="{51FF1177-61FC-4FD6-BC5D-AFECA9824969}" destId="{0A705F85-F98B-46A5-9F8E-84EEFF8A1833}" srcOrd="1" destOrd="0" presId="urn:microsoft.com/office/officeart/2008/layout/LinedList"/>
    <dgm:cxn modelId="{DF168A07-650B-48E7-B843-189EA5723AD3}" type="presParOf" srcId="{EC1AB66C-1552-4B41-8FDB-D42EA79E05E8}" destId="{BF2D05EF-7F68-40A9-AA64-0A383B90A611}" srcOrd="8" destOrd="0" presId="urn:microsoft.com/office/officeart/2008/layout/LinedList"/>
    <dgm:cxn modelId="{1D9D66E4-A00C-42D7-BD91-4E09804DC071}" type="presParOf" srcId="{EC1AB66C-1552-4B41-8FDB-D42EA79E05E8}" destId="{CB0BAA74-703B-435A-98E6-481A4EEAE581}" srcOrd="9" destOrd="0" presId="urn:microsoft.com/office/officeart/2008/layout/LinedList"/>
    <dgm:cxn modelId="{8A87B324-96E3-4DCC-90F5-5F9FE89B3722}" type="presParOf" srcId="{CB0BAA74-703B-435A-98E6-481A4EEAE581}" destId="{F03AAA40-A766-4BB9-B4DF-079110600C90}" srcOrd="0" destOrd="0" presId="urn:microsoft.com/office/officeart/2008/layout/LinedList"/>
    <dgm:cxn modelId="{9EDF7CA1-293F-417B-BD7C-5968F30427E5}" type="presParOf" srcId="{CB0BAA74-703B-435A-98E6-481A4EEAE581}" destId="{F9399CF2-B2B6-49CC-BE7D-8CC372D82478}" srcOrd="1" destOrd="0" presId="urn:microsoft.com/office/officeart/2008/layout/LinedList"/>
    <dgm:cxn modelId="{974F3FE0-130F-4CAB-86C1-843745A093C1}" type="presParOf" srcId="{EC1AB66C-1552-4B41-8FDB-D42EA79E05E8}" destId="{ECE184A6-8776-404E-B46D-C456C8AA4986}" srcOrd="10" destOrd="0" presId="urn:microsoft.com/office/officeart/2008/layout/LinedList"/>
    <dgm:cxn modelId="{E2AAF166-B43B-4B3F-98A2-C21F08AB44C9}" type="presParOf" srcId="{EC1AB66C-1552-4B41-8FDB-D42EA79E05E8}" destId="{525C6177-8D59-47D7-B104-BC91329ED599}" srcOrd="11" destOrd="0" presId="urn:microsoft.com/office/officeart/2008/layout/LinedList"/>
    <dgm:cxn modelId="{AE1C989E-F765-42C6-A32F-7993B8012F3B}" type="presParOf" srcId="{525C6177-8D59-47D7-B104-BC91329ED599}" destId="{DE652F74-60BC-4400-9759-E27B21B919FB}" srcOrd="0" destOrd="0" presId="urn:microsoft.com/office/officeart/2008/layout/LinedList"/>
    <dgm:cxn modelId="{F34F2F75-36DE-4B6A-A3A6-2E0CE4A9AD83}" type="presParOf" srcId="{525C6177-8D59-47D7-B104-BC91329ED599}" destId="{3EA88E61-F232-49F0-B972-A2F6E7D32B13}" srcOrd="1" destOrd="0" presId="urn:microsoft.com/office/officeart/2008/layout/LinedList"/>
    <dgm:cxn modelId="{08BB7A70-08F0-4CEB-8E5E-C86724876941}" type="presParOf" srcId="{EC1AB66C-1552-4B41-8FDB-D42EA79E05E8}" destId="{8EA4F774-C8F6-4227-ACD2-A46E8FC552B7}" srcOrd="12" destOrd="0" presId="urn:microsoft.com/office/officeart/2008/layout/LinedList"/>
    <dgm:cxn modelId="{D6E582A6-2245-4552-B9DF-4613B3B5643C}" type="presParOf" srcId="{EC1AB66C-1552-4B41-8FDB-D42EA79E05E8}" destId="{79CB85F4-F13C-489E-9A23-057884268FD3}" srcOrd="13" destOrd="0" presId="urn:microsoft.com/office/officeart/2008/layout/LinedList"/>
    <dgm:cxn modelId="{7BA2C7AD-8DD3-4775-A544-15C1726F5B0F}" type="presParOf" srcId="{79CB85F4-F13C-489E-9A23-057884268FD3}" destId="{3DB3C1D6-1D37-498D-A01E-BC4477906846}" srcOrd="0" destOrd="0" presId="urn:microsoft.com/office/officeart/2008/layout/LinedList"/>
    <dgm:cxn modelId="{675E3C05-B14D-4BD8-9131-2940AF6DE22B}" type="presParOf" srcId="{79CB85F4-F13C-489E-9A23-057884268FD3}" destId="{286E38FA-9D11-4D27-B6F4-8663E3C33391}" srcOrd="1" destOrd="0" presId="urn:microsoft.com/office/officeart/2008/layout/LinedList"/>
    <dgm:cxn modelId="{B771CA12-8E15-47D9-B073-6FF1B4C1261B}" type="presParOf" srcId="{EC1AB66C-1552-4B41-8FDB-D42EA79E05E8}" destId="{CAB27BDD-BBC7-47E7-AC57-4492FCC1289E}" srcOrd="14" destOrd="0" presId="urn:microsoft.com/office/officeart/2008/layout/LinedList"/>
    <dgm:cxn modelId="{229E5AAA-9E7D-45BD-BC9B-6C35BE7E81AB}" type="presParOf" srcId="{EC1AB66C-1552-4B41-8FDB-D42EA79E05E8}" destId="{2120881C-804F-4D3E-A96E-FCDC33CCE8C0}" srcOrd="15" destOrd="0" presId="urn:microsoft.com/office/officeart/2008/layout/LinedList"/>
    <dgm:cxn modelId="{85D57812-ED1B-4115-BD5B-5C06FD1893FC}" type="presParOf" srcId="{2120881C-804F-4D3E-A96E-FCDC33CCE8C0}" destId="{BB0B2406-DA0A-4819-A465-B288C22D8044}" srcOrd="0" destOrd="0" presId="urn:microsoft.com/office/officeart/2008/layout/LinedList"/>
    <dgm:cxn modelId="{2B4400F5-EF59-4E79-A97B-6ADC77BDFA33}" type="presParOf" srcId="{2120881C-804F-4D3E-A96E-FCDC33CCE8C0}" destId="{8A80AFC4-D49E-450B-B96F-8C4CFD200C43}" srcOrd="1" destOrd="0" presId="urn:microsoft.com/office/officeart/2008/layout/LinedList"/>
    <dgm:cxn modelId="{3D6DBAA4-C0E7-4262-B790-50DD26CDC4D6}" type="presParOf" srcId="{EC1AB66C-1552-4B41-8FDB-D42EA79E05E8}" destId="{F5C4474F-B629-4414-829E-557C0B1E27E9}" srcOrd="16" destOrd="0" presId="urn:microsoft.com/office/officeart/2008/layout/LinedList"/>
    <dgm:cxn modelId="{CFFD616A-912A-4962-92E9-61C52FEB3F8C}" type="presParOf" srcId="{EC1AB66C-1552-4B41-8FDB-D42EA79E05E8}" destId="{B9955365-E27A-468A-B7D7-AE9152FF228D}" srcOrd="17" destOrd="0" presId="urn:microsoft.com/office/officeart/2008/layout/LinedList"/>
    <dgm:cxn modelId="{9D1CC755-4550-402C-B073-6E7E54662615}" type="presParOf" srcId="{B9955365-E27A-468A-B7D7-AE9152FF228D}" destId="{E1B9894A-63A6-4F52-830A-D6650E4C6BAC}" srcOrd="0" destOrd="0" presId="urn:microsoft.com/office/officeart/2008/layout/LinedList"/>
    <dgm:cxn modelId="{F2AB4337-3A99-4D83-A680-C4B66AF22CBD}" type="presParOf" srcId="{B9955365-E27A-468A-B7D7-AE9152FF228D}" destId="{9A78CD82-010D-4A00-B93B-9CA5EC8BB520}" srcOrd="1" destOrd="0" presId="urn:microsoft.com/office/officeart/2008/layout/LinedList"/>
    <dgm:cxn modelId="{F8A65B7E-26FE-48EB-834E-0B24C60508D0}" type="presParOf" srcId="{EC1AB66C-1552-4B41-8FDB-D42EA79E05E8}" destId="{0C5B6BC0-4659-4ED8-A2CF-C5A75C8F98AD}" srcOrd="18" destOrd="0" presId="urn:microsoft.com/office/officeart/2008/layout/LinedList"/>
    <dgm:cxn modelId="{138AFD9B-C50E-4443-BBB4-9DE2F914E7E7}" type="presParOf" srcId="{EC1AB66C-1552-4B41-8FDB-D42EA79E05E8}" destId="{2E700753-AD90-4818-B066-86243D603C63}" srcOrd="19" destOrd="0" presId="urn:microsoft.com/office/officeart/2008/layout/LinedList"/>
    <dgm:cxn modelId="{60C2FD43-068A-482D-85D3-79B181B4FA78}" type="presParOf" srcId="{2E700753-AD90-4818-B066-86243D603C63}" destId="{EDBF4383-CF59-4EA8-B345-8D1CDD3CEC78}" srcOrd="0" destOrd="0" presId="urn:microsoft.com/office/officeart/2008/layout/LinedList"/>
    <dgm:cxn modelId="{7484D29F-5345-40FF-9FB8-DB9E049A98CD}" type="presParOf" srcId="{2E700753-AD90-4818-B066-86243D603C63}" destId="{1647341E-9226-4097-89F7-FE8ABC0B715A}" srcOrd="1" destOrd="0" presId="urn:microsoft.com/office/officeart/2008/layout/LinedList"/>
    <dgm:cxn modelId="{5939583A-2E62-4C7C-8346-7CE69562369A}" type="presParOf" srcId="{EC1AB66C-1552-4B41-8FDB-D42EA79E05E8}" destId="{D40496B6-F467-4600-8C6C-975678B97380}" srcOrd="20" destOrd="0" presId="urn:microsoft.com/office/officeart/2008/layout/LinedList"/>
    <dgm:cxn modelId="{C7012D62-FC88-43B3-9AF9-6C49F5F5FF2A}" type="presParOf" srcId="{EC1AB66C-1552-4B41-8FDB-D42EA79E05E8}" destId="{954523E9-6025-4BB4-A10A-CEA50EC8C589}" srcOrd="21" destOrd="0" presId="urn:microsoft.com/office/officeart/2008/layout/LinedList"/>
    <dgm:cxn modelId="{235B9FB8-BA6C-4E4F-95EA-9C357C3DF94A}" type="presParOf" srcId="{954523E9-6025-4BB4-A10A-CEA50EC8C589}" destId="{91E67FDC-2066-4689-B60B-1986781AC6F7}" srcOrd="0" destOrd="0" presId="urn:microsoft.com/office/officeart/2008/layout/LinedList"/>
    <dgm:cxn modelId="{2F64CD9D-7345-4CD1-85BF-B4BDABE4948E}" type="presParOf" srcId="{954523E9-6025-4BB4-A10A-CEA50EC8C589}" destId="{E47D3954-B3CB-4A02-A447-15FAE2CAD127}" srcOrd="1" destOrd="0" presId="urn:microsoft.com/office/officeart/2008/layout/LinedList"/>
    <dgm:cxn modelId="{78957921-D2E2-448D-968C-94253AEF1F7D}" type="presParOf" srcId="{EC1AB66C-1552-4B41-8FDB-D42EA79E05E8}" destId="{4052452A-DF41-452D-A2A8-8E83FE1B5FCA}" srcOrd="22" destOrd="0" presId="urn:microsoft.com/office/officeart/2008/layout/LinedList"/>
    <dgm:cxn modelId="{B958BC22-B8EF-418B-A65D-D88CACBF6933}" type="presParOf" srcId="{EC1AB66C-1552-4B41-8FDB-D42EA79E05E8}" destId="{46BCA32A-267B-4BF2-AFF0-D786FE9B1BB3}" srcOrd="23" destOrd="0" presId="urn:microsoft.com/office/officeart/2008/layout/LinedList"/>
    <dgm:cxn modelId="{8B078571-06DC-48A5-BD31-DA2EB0B57BC5}" type="presParOf" srcId="{46BCA32A-267B-4BF2-AFF0-D786FE9B1BB3}" destId="{934586E3-5461-4109-BFD9-E1EBEAC0D11D}" srcOrd="0" destOrd="0" presId="urn:microsoft.com/office/officeart/2008/layout/LinedList"/>
    <dgm:cxn modelId="{FDACD98E-256A-44A0-9491-EBC7121C3F05}" type="presParOf" srcId="{46BCA32A-267B-4BF2-AFF0-D786FE9B1BB3}" destId="{BE2E03C5-F18E-4CFE-BF58-EEB84B6323E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66312B0-DC09-49E3-AAEE-1036DC656075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EBE983D-C2BE-4610-8DCE-B11D44B08828}">
      <dgm:prSet/>
      <dgm:spPr/>
      <dgm:t>
        <a:bodyPr/>
        <a:lstStyle/>
        <a:p>
          <a:r>
            <a:rPr lang="en-US"/>
            <a:t>4. Speech integration ( ASR + TTS)</a:t>
          </a:r>
        </a:p>
      </dgm:t>
    </dgm:pt>
    <dgm:pt modelId="{3B0AE771-CE25-4F2D-80D0-117F8BC28B9D}" type="parTrans" cxnId="{3C8CE6DF-5565-452E-816B-629985D56FAA}">
      <dgm:prSet/>
      <dgm:spPr/>
      <dgm:t>
        <a:bodyPr/>
        <a:lstStyle/>
        <a:p>
          <a:endParaRPr lang="en-US"/>
        </a:p>
      </dgm:t>
    </dgm:pt>
    <dgm:pt modelId="{440AAAE2-0CE7-415B-8756-684CCB19E611}" type="sibTrans" cxnId="{3C8CE6DF-5565-452E-816B-629985D56FAA}">
      <dgm:prSet/>
      <dgm:spPr/>
      <dgm:t>
        <a:bodyPr/>
        <a:lstStyle/>
        <a:p>
          <a:endParaRPr lang="en-US"/>
        </a:p>
      </dgm:t>
    </dgm:pt>
    <dgm:pt modelId="{15FE6E6C-B7E1-4E53-8DE0-F0C80A09894D}">
      <dgm:prSet/>
      <dgm:spPr/>
      <dgm:t>
        <a:bodyPr/>
        <a:lstStyle/>
        <a:p>
          <a:r>
            <a:rPr lang="en-US"/>
            <a:t>Learned how speechstate connects to Azure</a:t>
          </a:r>
        </a:p>
      </dgm:t>
    </dgm:pt>
    <dgm:pt modelId="{D6165DB2-536F-494F-B9AA-8DC62133032F}" type="parTrans" cxnId="{E59C7AEB-8191-4E88-AB97-839AD59C0402}">
      <dgm:prSet/>
      <dgm:spPr/>
      <dgm:t>
        <a:bodyPr/>
        <a:lstStyle/>
        <a:p>
          <a:endParaRPr lang="en-US"/>
        </a:p>
      </dgm:t>
    </dgm:pt>
    <dgm:pt modelId="{475CA1D6-7B14-4D7C-969C-2AB834461F94}" type="sibTrans" cxnId="{E59C7AEB-8191-4E88-AB97-839AD59C0402}">
      <dgm:prSet/>
      <dgm:spPr/>
      <dgm:t>
        <a:bodyPr/>
        <a:lstStyle/>
        <a:p>
          <a:endParaRPr lang="en-US"/>
        </a:p>
      </dgm:t>
    </dgm:pt>
    <dgm:pt modelId="{F740DBEA-6A47-4C85-B4B9-2723BBBE1F97}">
      <dgm:prSet/>
      <dgm:spPr/>
      <dgm:t>
        <a:bodyPr/>
        <a:lstStyle/>
        <a:p>
          <a:r>
            <a:rPr lang="en-US"/>
            <a:t>Used Azure ASR and TTS to make system to listen and speak.</a:t>
          </a:r>
        </a:p>
      </dgm:t>
    </dgm:pt>
    <dgm:pt modelId="{2640109B-B52E-482D-8650-935E42B0DDE9}" type="parTrans" cxnId="{571C9818-6FD0-494E-94D9-86C68A81565C}">
      <dgm:prSet/>
      <dgm:spPr/>
      <dgm:t>
        <a:bodyPr/>
        <a:lstStyle/>
        <a:p>
          <a:endParaRPr lang="en-US"/>
        </a:p>
      </dgm:t>
    </dgm:pt>
    <dgm:pt modelId="{3A7D1B2D-F771-494A-8352-3D4E0C9E76F1}" type="sibTrans" cxnId="{571C9818-6FD0-494E-94D9-86C68A81565C}">
      <dgm:prSet/>
      <dgm:spPr/>
      <dgm:t>
        <a:bodyPr/>
        <a:lstStyle/>
        <a:p>
          <a:endParaRPr lang="en-US"/>
        </a:p>
      </dgm:t>
    </dgm:pt>
    <dgm:pt modelId="{0F833B01-AE19-42FE-9C26-25AB8CBD5845}">
      <dgm:prSet/>
      <dgm:spPr/>
      <dgm:t>
        <a:bodyPr/>
        <a:lstStyle/>
        <a:p>
          <a:r>
            <a:rPr lang="en-US"/>
            <a:t>5. Natural language understanding(NLU)</a:t>
          </a:r>
        </a:p>
      </dgm:t>
    </dgm:pt>
    <dgm:pt modelId="{B756856C-D368-4644-A23E-168F9BD4DA8E}" type="parTrans" cxnId="{CB58F8F6-5C40-4898-9831-E00CFC62E9A5}">
      <dgm:prSet/>
      <dgm:spPr/>
      <dgm:t>
        <a:bodyPr/>
        <a:lstStyle/>
        <a:p>
          <a:endParaRPr lang="en-US"/>
        </a:p>
      </dgm:t>
    </dgm:pt>
    <dgm:pt modelId="{8992B864-1DAB-40B8-8376-781C4A28FC71}" type="sibTrans" cxnId="{CB58F8F6-5C40-4898-9831-E00CFC62E9A5}">
      <dgm:prSet/>
      <dgm:spPr/>
      <dgm:t>
        <a:bodyPr/>
        <a:lstStyle/>
        <a:p>
          <a:endParaRPr lang="en-US"/>
        </a:p>
      </dgm:t>
    </dgm:pt>
    <dgm:pt modelId="{BF3FAE61-ADE2-4890-BFC2-F5093D85FDDA}">
      <dgm:prSet/>
      <dgm:spPr/>
      <dgm:t>
        <a:bodyPr/>
        <a:lstStyle/>
        <a:p>
          <a:r>
            <a:rPr lang="en-US"/>
            <a:t>Learned difference between regex matching and intent recognition.</a:t>
          </a:r>
        </a:p>
      </dgm:t>
    </dgm:pt>
    <dgm:pt modelId="{D02E7B5D-D4C3-4BC2-B0FD-DF908C822DAC}" type="parTrans" cxnId="{D84E877F-DB7A-46F1-9EE9-CBD45A5CF393}">
      <dgm:prSet/>
      <dgm:spPr/>
      <dgm:t>
        <a:bodyPr/>
        <a:lstStyle/>
        <a:p>
          <a:endParaRPr lang="en-US"/>
        </a:p>
      </dgm:t>
    </dgm:pt>
    <dgm:pt modelId="{0B89D59D-6B07-44DB-9EE6-009BFB310C29}" type="sibTrans" cxnId="{D84E877F-DB7A-46F1-9EE9-CBD45A5CF393}">
      <dgm:prSet/>
      <dgm:spPr/>
      <dgm:t>
        <a:bodyPr/>
        <a:lstStyle/>
        <a:p>
          <a:endParaRPr lang="en-US"/>
        </a:p>
      </dgm:t>
    </dgm:pt>
    <dgm:pt modelId="{D1CA6A85-2035-434F-AC9D-114DFAFFB448}">
      <dgm:prSet/>
      <dgm:spPr/>
      <dgm:t>
        <a:bodyPr/>
        <a:lstStyle/>
        <a:p>
          <a:r>
            <a:rPr lang="en-US"/>
            <a:t>Applied CLU to allow natural speech lke: "Yeah sure lets play" instead of just "yes"</a:t>
          </a:r>
        </a:p>
      </dgm:t>
    </dgm:pt>
    <dgm:pt modelId="{57F6B30E-6400-49F3-B66F-4183126CF78C}" type="parTrans" cxnId="{659DCBB3-83B3-4317-A9E7-2DC796A0BC13}">
      <dgm:prSet/>
      <dgm:spPr/>
      <dgm:t>
        <a:bodyPr/>
        <a:lstStyle/>
        <a:p>
          <a:endParaRPr lang="en-US"/>
        </a:p>
      </dgm:t>
    </dgm:pt>
    <dgm:pt modelId="{0373EC14-7272-4367-A428-A13B909A7635}" type="sibTrans" cxnId="{659DCBB3-83B3-4317-A9E7-2DC796A0BC13}">
      <dgm:prSet/>
      <dgm:spPr/>
      <dgm:t>
        <a:bodyPr/>
        <a:lstStyle/>
        <a:p>
          <a:endParaRPr lang="en-US"/>
        </a:p>
      </dgm:t>
    </dgm:pt>
    <dgm:pt modelId="{2C9EA722-9A0F-4D5A-B939-C4F597D347C6}">
      <dgm:prSet/>
      <dgm:spPr/>
      <dgm:t>
        <a:bodyPr/>
        <a:lstStyle/>
        <a:p>
          <a:r>
            <a:rPr lang="en-US"/>
            <a:t>Trained intents specifically for the game.</a:t>
          </a:r>
        </a:p>
      </dgm:t>
    </dgm:pt>
    <dgm:pt modelId="{6FE51E82-E71B-4F53-8919-A01F0FC7096C}" type="parTrans" cxnId="{F00D011B-4246-4FA2-B6A7-4804D5C97453}">
      <dgm:prSet/>
      <dgm:spPr/>
      <dgm:t>
        <a:bodyPr/>
        <a:lstStyle/>
        <a:p>
          <a:endParaRPr lang="en-US"/>
        </a:p>
      </dgm:t>
    </dgm:pt>
    <dgm:pt modelId="{7F3FE1F6-B362-400F-A704-C8227C81D9E9}" type="sibTrans" cxnId="{F00D011B-4246-4FA2-B6A7-4804D5C97453}">
      <dgm:prSet/>
      <dgm:spPr/>
      <dgm:t>
        <a:bodyPr/>
        <a:lstStyle/>
        <a:p>
          <a:endParaRPr lang="en-US"/>
        </a:p>
      </dgm:t>
    </dgm:pt>
    <dgm:pt modelId="{4E46F224-E4D9-4F21-96B3-AE836378918D}">
      <dgm:prSet/>
      <dgm:spPr/>
      <dgm:t>
        <a:bodyPr/>
        <a:lstStyle/>
        <a:p>
          <a:r>
            <a:rPr lang="en-US"/>
            <a:t>6. Error handling in Dialogue</a:t>
          </a:r>
        </a:p>
      </dgm:t>
    </dgm:pt>
    <dgm:pt modelId="{D1DBA86B-D353-461F-91F6-849C288843FF}" type="parTrans" cxnId="{A7B384EA-E346-4935-8170-40178FB56B56}">
      <dgm:prSet/>
      <dgm:spPr/>
      <dgm:t>
        <a:bodyPr/>
        <a:lstStyle/>
        <a:p>
          <a:endParaRPr lang="en-US"/>
        </a:p>
      </dgm:t>
    </dgm:pt>
    <dgm:pt modelId="{5823C4A1-503E-441A-AAC1-475DF2AF1FB1}" type="sibTrans" cxnId="{A7B384EA-E346-4935-8170-40178FB56B56}">
      <dgm:prSet/>
      <dgm:spPr/>
      <dgm:t>
        <a:bodyPr/>
        <a:lstStyle/>
        <a:p>
          <a:endParaRPr lang="en-US"/>
        </a:p>
      </dgm:t>
    </dgm:pt>
    <dgm:pt modelId="{62C6AB13-EB70-41CD-A85B-B6573713A17F}">
      <dgm:prSet/>
      <dgm:spPr/>
      <dgm:t>
        <a:bodyPr/>
        <a:lstStyle/>
        <a:p>
          <a:r>
            <a:rPr lang="en-US"/>
            <a:t>Learned how to handle unrecognised input and silence(ASR-NOINPUT)</a:t>
          </a:r>
        </a:p>
      </dgm:t>
    </dgm:pt>
    <dgm:pt modelId="{372C5E3A-7E92-48F0-A16C-EE0CA931F6E4}" type="parTrans" cxnId="{16D92BAA-A13F-44F7-9019-9EB833D47B82}">
      <dgm:prSet/>
      <dgm:spPr/>
      <dgm:t>
        <a:bodyPr/>
        <a:lstStyle/>
        <a:p>
          <a:endParaRPr lang="en-US"/>
        </a:p>
      </dgm:t>
    </dgm:pt>
    <dgm:pt modelId="{E29D6650-5C8A-4294-A6DC-B27673A3BCCE}" type="sibTrans" cxnId="{16D92BAA-A13F-44F7-9019-9EB833D47B82}">
      <dgm:prSet/>
      <dgm:spPr/>
      <dgm:t>
        <a:bodyPr/>
        <a:lstStyle/>
        <a:p>
          <a:endParaRPr lang="en-US"/>
        </a:p>
      </dgm:t>
    </dgm:pt>
    <dgm:pt modelId="{C6F61507-8A08-4A82-86A4-67BDC6107D71}">
      <dgm:prSet/>
      <dgm:spPr/>
      <dgm:t>
        <a:bodyPr/>
        <a:lstStyle/>
        <a:p>
          <a:r>
            <a:rPr lang="en-US"/>
            <a:t>Applied 3-strike no-input rule that quits  gracefully.</a:t>
          </a:r>
        </a:p>
      </dgm:t>
    </dgm:pt>
    <dgm:pt modelId="{0072788F-1CEC-4F93-836E-15E97644A082}" type="parTrans" cxnId="{DB6FF8E4-6C72-415A-87E8-1C5CEBB09D90}">
      <dgm:prSet/>
      <dgm:spPr/>
      <dgm:t>
        <a:bodyPr/>
        <a:lstStyle/>
        <a:p>
          <a:endParaRPr lang="en-US"/>
        </a:p>
      </dgm:t>
    </dgm:pt>
    <dgm:pt modelId="{0B0C30A4-56CE-4548-9FE9-4CD5FE597627}" type="sibTrans" cxnId="{DB6FF8E4-6C72-415A-87E8-1C5CEBB09D90}">
      <dgm:prSet/>
      <dgm:spPr/>
      <dgm:t>
        <a:bodyPr/>
        <a:lstStyle/>
        <a:p>
          <a:endParaRPr lang="en-US"/>
        </a:p>
      </dgm:t>
    </dgm:pt>
    <dgm:pt modelId="{8E3C00DA-20BA-4688-A694-F74671002695}" type="pres">
      <dgm:prSet presAssocID="{766312B0-DC09-49E3-AAEE-1036DC656075}" presName="vert0" presStyleCnt="0">
        <dgm:presLayoutVars>
          <dgm:dir/>
          <dgm:animOne val="branch"/>
          <dgm:animLvl val="lvl"/>
        </dgm:presLayoutVars>
      </dgm:prSet>
      <dgm:spPr/>
    </dgm:pt>
    <dgm:pt modelId="{A0258352-B904-477D-8A94-2936957E2C7C}" type="pres">
      <dgm:prSet presAssocID="{3EBE983D-C2BE-4610-8DCE-B11D44B08828}" presName="thickLine" presStyleLbl="alignNode1" presStyleIdx="0" presStyleCnt="10"/>
      <dgm:spPr/>
    </dgm:pt>
    <dgm:pt modelId="{BED25D5B-685D-4834-9B3F-E3D9BDDEC308}" type="pres">
      <dgm:prSet presAssocID="{3EBE983D-C2BE-4610-8DCE-B11D44B08828}" presName="horz1" presStyleCnt="0"/>
      <dgm:spPr/>
    </dgm:pt>
    <dgm:pt modelId="{744ECF6F-4682-4101-A15D-1F82C1A23C36}" type="pres">
      <dgm:prSet presAssocID="{3EBE983D-C2BE-4610-8DCE-B11D44B08828}" presName="tx1" presStyleLbl="revTx" presStyleIdx="0" presStyleCnt="10"/>
      <dgm:spPr/>
    </dgm:pt>
    <dgm:pt modelId="{2228DE8E-F636-49C9-8AD8-D766AE827221}" type="pres">
      <dgm:prSet presAssocID="{3EBE983D-C2BE-4610-8DCE-B11D44B08828}" presName="vert1" presStyleCnt="0"/>
      <dgm:spPr/>
    </dgm:pt>
    <dgm:pt modelId="{0E84D0E4-059E-4373-A95E-130A45A151DA}" type="pres">
      <dgm:prSet presAssocID="{15FE6E6C-B7E1-4E53-8DE0-F0C80A09894D}" presName="thickLine" presStyleLbl="alignNode1" presStyleIdx="1" presStyleCnt="10"/>
      <dgm:spPr/>
    </dgm:pt>
    <dgm:pt modelId="{916F761C-1677-48C2-B3C5-42DBC8456185}" type="pres">
      <dgm:prSet presAssocID="{15FE6E6C-B7E1-4E53-8DE0-F0C80A09894D}" presName="horz1" presStyleCnt="0"/>
      <dgm:spPr/>
    </dgm:pt>
    <dgm:pt modelId="{12937053-4EED-4F6E-8378-6D4853AD4880}" type="pres">
      <dgm:prSet presAssocID="{15FE6E6C-B7E1-4E53-8DE0-F0C80A09894D}" presName="tx1" presStyleLbl="revTx" presStyleIdx="1" presStyleCnt="10"/>
      <dgm:spPr/>
    </dgm:pt>
    <dgm:pt modelId="{43815976-13A7-4ED0-A573-F62760AA708F}" type="pres">
      <dgm:prSet presAssocID="{15FE6E6C-B7E1-4E53-8DE0-F0C80A09894D}" presName="vert1" presStyleCnt="0"/>
      <dgm:spPr/>
    </dgm:pt>
    <dgm:pt modelId="{56407BC1-3E98-4560-B955-66CC628CAB70}" type="pres">
      <dgm:prSet presAssocID="{F740DBEA-6A47-4C85-B4B9-2723BBBE1F97}" presName="thickLine" presStyleLbl="alignNode1" presStyleIdx="2" presStyleCnt="10"/>
      <dgm:spPr/>
    </dgm:pt>
    <dgm:pt modelId="{DFFD6D4D-AE35-4EB6-B026-431FBE1F0C7D}" type="pres">
      <dgm:prSet presAssocID="{F740DBEA-6A47-4C85-B4B9-2723BBBE1F97}" presName="horz1" presStyleCnt="0"/>
      <dgm:spPr/>
    </dgm:pt>
    <dgm:pt modelId="{68EB7F84-6D8C-4D6E-A208-251A7C71F93D}" type="pres">
      <dgm:prSet presAssocID="{F740DBEA-6A47-4C85-B4B9-2723BBBE1F97}" presName="tx1" presStyleLbl="revTx" presStyleIdx="2" presStyleCnt="10"/>
      <dgm:spPr/>
    </dgm:pt>
    <dgm:pt modelId="{42FE9837-ADE0-407F-BF15-8E939EA18476}" type="pres">
      <dgm:prSet presAssocID="{F740DBEA-6A47-4C85-B4B9-2723BBBE1F97}" presName="vert1" presStyleCnt="0"/>
      <dgm:spPr/>
    </dgm:pt>
    <dgm:pt modelId="{F0A772BC-69AF-439C-A3C7-A129392E9432}" type="pres">
      <dgm:prSet presAssocID="{0F833B01-AE19-42FE-9C26-25AB8CBD5845}" presName="thickLine" presStyleLbl="alignNode1" presStyleIdx="3" presStyleCnt="10"/>
      <dgm:spPr/>
    </dgm:pt>
    <dgm:pt modelId="{15794444-EE2B-4CA6-B20F-D465B6B354DE}" type="pres">
      <dgm:prSet presAssocID="{0F833B01-AE19-42FE-9C26-25AB8CBD5845}" presName="horz1" presStyleCnt="0"/>
      <dgm:spPr/>
    </dgm:pt>
    <dgm:pt modelId="{C3ED49A6-0820-4C53-955D-5EF5EAB79A2F}" type="pres">
      <dgm:prSet presAssocID="{0F833B01-AE19-42FE-9C26-25AB8CBD5845}" presName="tx1" presStyleLbl="revTx" presStyleIdx="3" presStyleCnt="10"/>
      <dgm:spPr/>
    </dgm:pt>
    <dgm:pt modelId="{29F40520-7740-4F8E-B077-E445E15B1AA0}" type="pres">
      <dgm:prSet presAssocID="{0F833B01-AE19-42FE-9C26-25AB8CBD5845}" presName="vert1" presStyleCnt="0"/>
      <dgm:spPr/>
    </dgm:pt>
    <dgm:pt modelId="{AC043B8D-6C7A-4C34-B17B-E8F04BA0CE7F}" type="pres">
      <dgm:prSet presAssocID="{BF3FAE61-ADE2-4890-BFC2-F5093D85FDDA}" presName="thickLine" presStyleLbl="alignNode1" presStyleIdx="4" presStyleCnt="10"/>
      <dgm:spPr/>
    </dgm:pt>
    <dgm:pt modelId="{6AE2CD7B-F1EE-4E9F-BAC2-169480F5BAE0}" type="pres">
      <dgm:prSet presAssocID="{BF3FAE61-ADE2-4890-BFC2-F5093D85FDDA}" presName="horz1" presStyleCnt="0"/>
      <dgm:spPr/>
    </dgm:pt>
    <dgm:pt modelId="{B2F6B335-F94B-4119-90DA-6232BE65B9CF}" type="pres">
      <dgm:prSet presAssocID="{BF3FAE61-ADE2-4890-BFC2-F5093D85FDDA}" presName="tx1" presStyleLbl="revTx" presStyleIdx="4" presStyleCnt="10"/>
      <dgm:spPr/>
    </dgm:pt>
    <dgm:pt modelId="{74B40E9D-2521-42FC-BCCC-8EFDE8D00063}" type="pres">
      <dgm:prSet presAssocID="{BF3FAE61-ADE2-4890-BFC2-F5093D85FDDA}" presName="vert1" presStyleCnt="0"/>
      <dgm:spPr/>
    </dgm:pt>
    <dgm:pt modelId="{5A2A0A05-59F9-409F-8BAA-BA9F11A123B2}" type="pres">
      <dgm:prSet presAssocID="{D1CA6A85-2035-434F-AC9D-114DFAFFB448}" presName="thickLine" presStyleLbl="alignNode1" presStyleIdx="5" presStyleCnt="10"/>
      <dgm:spPr/>
    </dgm:pt>
    <dgm:pt modelId="{52FDD0EA-4EFF-49C9-84CE-E2094E3000BA}" type="pres">
      <dgm:prSet presAssocID="{D1CA6A85-2035-434F-AC9D-114DFAFFB448}" presName="horz1" presStyleCnt="0"/>
      <dgm:spPr/>
    </dgm:pt>
    <dgm:pt modelId="{906B9380-CA7A-4F7F-AFBD-72DDD12A43EE}" type="pres">
      <dgm:prSet presAssocID="{D1CA6A85-2035-434F-AC9D-114DFAFFB448}" presName="tx1" presStyleLbl="revTx" presStyleIdx="5" presStyleCnt="10"/>
      <dgm:spPr/>
    </dgm:pt>
    <dgm:pt modelId="{B8FDAFFD-598E-4901-9B1C-3082C5B208EE}" type="pres">
      <dgm:prSet presAssocID="{D1CA6A85-2035-434F-AC9D-114DFAFFB448}" presName="vert1" presStyleCnt="0"/>
      <dgm:spPr/>
    </dgm:pt>
    <dgm:pt modelId="{17900C8C-96BD-4A47-A098-0E88591DBDF9}" type="pres">
      <dgm:prSet presAssocID="{2C9EA722-9A0F-4D5A-B939-C4F597D347C6}" presName="thickLine" presStyleLbl="alignNode1" presStyleIdx="6" presStyleCnt="10"/>
      <dgm:spPr/>
    </dgm:pt>
    <dgm:pt modelId="{352C8DF9-5ED8-498E-914B-2574DACA6826}" type="pres">
      <dgm:prSet presAssocID="{2C9EA722-9A0F-4D5A-B939-C4F597D347C6}" presName="horz1" presStyleCnt="0"/>
      <dgm:spPr/>
    </dgm:pt>
    <dgm:pt modelId="{4FD2CB0B-3C5D-458F-BA32-E985DE37D09D}" type="pres">
      <dgm:prSet presAssocID="{2C9EA722-9A0F-4D5A-B939-C4F597D347C6}" presName="tx1" presStyleLbl="revTx" presStyleIdx="6" presStyleCnt="10"/>
      <dgm:spPr/>
    </dgm:pt>
    <dgm:pt modelId="{3CCEC9B5-FF94-4BB1-931F-3DBCF4B8823D}" type="pres">
      <dgm:prSet presAssocID="{2C9EA722-9A0F-4D5A-B939-C4F597D347C6}" presName="vert1" presStyleCnt="0"/>
      <dgm:spPr/>
    </dgm:pt>
    <dgm:pt modelId="{E8072C1B-3FCA-41EC-B1CE-D3A417C6868E}" type="pres">
      <dgm:prSet presAssocID="{4E46F224-E4D9-4F21-96B3-AE836378918D}" presName="thickLine" presStyleLbl="alignNode1" presStyleIdx="7" presStyleCnt="10"/>
      <dgm:spPr/>
    </dgm:pt>
    <dgm:pt modelId="{AE83E73A-F245-44A9-BD31-B65EFAC7251C}" type="pres">
      <dgm:prSet presAssocID="{4E46F224-E4D9-4F21-96B3-AE836378918D}" presName="horz1" presStyleCnt="0"/>
      <dgm:spPr/>
    </dgm:pt>
    <dgm:pt modelId="{7B47C265-4AD4-49C6-A8B1-335F72F561CB}" type="pres">
      <dgm:prSet presAssocID="{4E46F224-E4D9-4F21-96B3-AE836378918D}" presName="tx1" presStyleLbl="revTx" presStyleIdx="7" presStyleCnt="10"/>
      <dgm:spPr/>
    </dgm:pt>
    <dgm:pt modelId="{D4EA712E-F3BA-4856-AAA8-1A5B84C6D7D5}" type="pres">
      <dgm:prSet presAssocID="{4E46F224-E4D9-4F21-96B3-AE836378918D}" presName="vert1" presStyleCnt="0"/>
      <dgm:spPr/>
    </dgm:pt>
    <dgm:pt modelId="{CFC7DDE7-A38B-44B1-94DF-F1EF79684B8B}" type="pres">
      <dgm:prSet presAssocID="{62C6AB13-EB70-41CD-A85B-B6573713A17F}" presName="thickLine" presStyleLbl="alignNode1" presStyleIdx="8" presStyleCnt="10"/>
      <dgm:spPr/>
    </dgm:pt>
    <dgm:pt modelId="{01240821-3944-40EF-8EA0-DEDB5271DDF4}" type="pres">
      <dgm:prSet presAssocID="{62C6AB13-EB70-41CD-A85B-B6573713A17F}" presName="horz1" presStyleCnt="0"/>
      <dgm:spPr/>
    </dgm:pt>
    <dgm:pt modelId="{5C6A9B16-BD7F-4690-AAA1-8F982F836624}" type="pres">
      <dgm:prSet presAssocID="{62C6AB13-EB70-41CD-A85B-B6573713A17F}" presName="tx1" presStyleLbl="revTx" presStyleIdx="8" presStyleCnt="10"/>
      <dgm:spPr/>
    </dgm:pt>
    <dgm:pt modelId="{DF8317D5-818F-4C99-ABF3-22AACBC8039E}" type="pres">
      <dgm:prSet presAssocID="{62C6AB13-EB70-41CD-A85B-B6573713A17F}" presName="vert1" presStyleCnt="0"/>
      <dgm:spPr/>
    </dgm:pt>
    <dgm:pt modelId="{B0A748F2-5BEA-4AFB-ADD1-5923BA28ADA6}" type="pres">
      <dgm:prSet presAssocID="{C6F61507-8A08-4A82-86A4-67BDC6107D71}" presName="thickLine" presStyleLbl="alignNode1" presStyleIdx="9" presStyleCnt="10"/>
      <dgm:spPr/>
    </dgm:pt>
    <dgm:pt modelId="{9DF43BEF-D39C-4324-B631-4598EF91CC71}" type="pres">
      <dgm:prSet presAssocID="{C6F61507-8A08-4A82-86A4-67BDC6107D71}" presName="horz1" presStyleCnt="0"/>
      <dgm:spPr/>
    </dgm:pt>
    <dgm:pt modelId="{33F5E813-26EC-4A7F-9529-100468CD7073}" type="pres">
      <dgm:prSet presAssocID="{C6F61507-8A08-4A82-86A4-67BDC6107D71}" presName="tx1" presStyleLbl="revTx" presStyleIdx="9" presStyleCnt="10"/>
      <dgm:spPr/>
    </dgm:pt>
    <dgm:pt modelId="{CE6EFF86-F8C1-4030-96B4-5AA382B3A6A5}" type="pres">
      <dgm:prSet presAssocID="{C6F61507-8A08-4A82-86A4-67BDC6107D71}" presName="vert1" presStyleCnt="0"/>
      <dgm:spPr/>
    </dgm:pt>
  </dgm:ptLst>
  <dgm:cxnLst>
    <dgm:cxn modelId="{32DF7E00-24C9-46DB-9601-CB63B7AA4B45}" type="presOf" srcId="{C6F61507-8A08-4A82-86A4-67BDC6107D71}" destId="{33F5E813-26EC-4A7F-9529-100468CD7073}" srcOrd="0" destOrd="0" presId="urn:microsoft.com/office/officeart/2008/layout/LinedList"/>
    <dgm:cxn modelId="{571C9818-6FD0-494E-94D9-86C68A81565C}" srcId="{766312B0-DC09-49E3-AAEE-1036DC656075}" destId="{F740DBEA-6A47-4C85-B4B9-2723BBBE1F97}" srcOrd="2" destOrd="0" parTransId="{2640109B-B52E-482D-8650-935E42B0DDE9}" sibTransId="{3A7D1B2D-F771-494A-8352-3D4E0C9E76F1}"/>
    <dgm:cxn modelId="{F00D011B-4246-4FA2-B6A7-4804D5C97453}" srcId="{766312B0-DC09-49E3-AAEE-1036DC656075}" destId="{2C9EA722-9A0F-4D5A-B939-C4F597D347C6}" srcOrd="6" destOrd="0" parTransId="{6FE51E82-E71B-4F53-8919-A01F0FC7096C}" sibTransId="{7F3FE1F6-B362-400F-A704-C8227C81D9E9}"/>
    <dgm:cxn modelId="{F0E17224-2940-41E6-8CC5-B5FC42783EEC}" type="presOf" srcId="{3EBE983D-C2BE-4610-8DCE-B11D44B08828}" destId="{744ECF6F-4682-4101-A15D-1F82C1A23C36}" srcOrd="0" destOrd="0" presId="urn:microsoft.com/office/officeart/2008/layout/LinedList"/>
    <dgm:cxn modelId="{6780302F-AD37-4C13-AA9C-475D9D381C25}" type="presOf" srcId="{0F833B01-AE19-42FE-9C26-25AB8CBD5845}" destId="{C3ED49A6-0820-4C53-955D-5EF5EAB79A2F}" srcOrd="0" destOrd="0" presId="urn:microsoft.com/office/officeart/2008/layout/LinedList"/>
    <dgm:cxn modelId="{6DDEF138-1176-41F6-9F5C-107EF8DE4681}" type="presOf" srcId="{F740DBEA-6A47-4C85-B4B9-2723BBBE1F97}" destId="{68EB7F84-6D8C-4D6E-A208-251A7C71F93D}" srcOrd="0" destOrd="0" presId="urn:microsoft.com/office/officeart/2008/layout/LinedList"/>
    <dgm:cxn modelId="{27495B3A-5D0E-401B-9477-521682F101C7}" type="presOf" srcId="{15FE6E6C-B7E1-4E53-8DE0-F0C80A09894D}" destId="{12937053-4EED-4F6E-8378-6D4853AD4880}" srcOrd="0" destOrd="0" presId="urn:microsoft.com/office/officeart/2008/layout/LinedList"/>
    <dgm:cxn modelId="{5DD76172-FAB4-448B-A861-11E56676578C}" type="presOf" srcId="{766312B0-DC09-49E3-AAEE-1036DC656075}" destId="{8E3C00DA-20BA-4688-A694-F74671002695}" srcOrd="0" destOrd="0" presId="urn:microsoft.com/office/officeart/2008/layout/LinedList"/>
    <dgm:cxn modelId="{432ACA74-4E6D-40A7-BC05-C8BC70421941}" type="presOf" srcId="{4E46F224-E4D9-4F21-96B3-AE836378918D}" destId="{7B47C265-4AD4-49C6-A8B1-335F72F561CB}" srcOrd="0" destOrd="0" presId="urn:microsoft.com/office/officeart/2008/layout/LinedList"/>
    <dgm:cxn modelId="{D84E877F-DB7A-46F1-9EE9-CBD45A5CF393}" srcId="{766312B0-DC09-49E3-AAEE-1036DC656075}" destId="{BF3FAE61-ADE2-4890-BFC2-F5093D85FDDA}" srcOrd="4" destOrd="0" parTransId="{D02E7B5D-D4C3-4BC2-B0FD-DF908C822DAC}" sibTransId="{0B89D59D-6B07-44DB-9EE6-009BFB310C29}"/>
    <dgm:cxn modelId="{16D92BAA-A13F-44F7-9019-9EB833D47B82}" srcId="{766312B0-DC09-49E3-AAEE-1036DC656075}" destId="{62C6AB13-EB70-41CD-A85B-B6573713A17F}" srcOrd="8" destOrd="0" parTransId="{372C5E3A-7E92-48F0-A16C-EE0CA931F6E4}" sibTransId="{E29D6650-5C8A-4294-A6DC-B27673A3BCCE}"/>
    <dgm:cxn modelId="{659DCBB3-83B3-4317-A9E7-2DC796A0BC13}" srcId="{766312B0-DC09-49E3-AAEE-1036DC656075}" destId="{D1CA6A85-2035-434F-AC9D-114DFAFFB448}" srcOrd="5" destOrd="0" parTransId="{57F6B30E-6400-49F3-B66F-4183126CF78C}" sibTransId="{0373EC14-7272-4367-A428-A13B909A7635}"/>
    <dgm:cxn modelId="{E0A2A3BA-C530-4F39-BBA1-38C8B4A8D849}" type="presOf" srcId="{2C9EA722-9A0F-4D5A-B939-C4F597D347C6}" destId="{4FD2CB0B-3C5D-458F-BA32-E985DE37D09D}" srcOrd="0" destOrd="0" presId="urn:microsoft.com/office/officeart/2008/layout/LinedList"/>
    <dgm:cxn modelId="{EC7E47DD-79CB-4C19-AA43-D25641DEA1BB}" type="presOf" srcId="{BF3FAE61-ADE2-4890-BFC2-F5093D85FDDA}" destId="{B2F6B335-F94B-4119-90DA-6232BE65B9CF}" srcOrd="0" destOrd="0" presId="urn:microsoft.com/office/officeart/2008/layout/LinedList"/>
    <dgm:cxn modelId="{3C8CE6DF-5565-452E-816B-629985D56FAA}" srcId="{766312B0-DC09-49E3-AAEE-1036DC656075}" destId="{3EBE983D-C2BE-4610-8DCE-B11D44B08828}" srcOrd="0" destOrd="0" parTransId="{3B0AE771-CE25-4F2D-80D0-117F8BC28B9D}" sibTransId="{440AAAE2-0CE7-415B-8756-684CCB19E611}"/>
    <dgm:cxn modelId="{DB6FF8E4-6C72-415A-87E8-1C5CEBB09D90}" srcId="{766312B0-DC09-49E3-AAEE-1036DC656075}" destId="{C6F61507-8A08-4A82-86A4-67BDC6107D71}" srcOrd="9" destOrd="0" parTransId="{0072788F-1CEC-4F93-836E-15E97644A082}" sibTransId="{0B0C30A4-56CE-4548-9FE9-4CD5FE597627}"/>
    <dgm:cxn modelId="{A7B384EA-E346-4935-8170-40178FB56B56}" srcId="{766312B0-DC09-49E3-AAEE-1036DC656075}" destId="{4E46F224-E4D9-4F21-96B3-AE836378918D}" srcOrd="7" destOrd="0" parTransId="{D1DBA86B-D353-461F-91F6-849C288843FF}" sibTransId="{5823C4A1-503E-441A-AAC1-475DF2AF1FB1}"/>
    <dgm:cxn modelId="{E59C7AEB-8191-4E88-AB97-839AD59C0402}" srcId="{766312B0-DC09-49E3-AAEE-1036DC656075}" destId="{15FE6E6C-B7E1-4E53-8DE0-F0C80A09894D}" srcOrd="1" destOrd="0" parTransId="{D6165DB2-536F-494F-B9AA-8DC62133032F}" sibTransId="{475CA1D6-7B14-4D7C-969C-2AB834461F94}"/>
    <dgm:cxn modelId="{D88937EF-52BE-4AF0-8F29-E65FCF7BDF4D}" type="presOf" srcId="{62C6AB13-EB70-41CD-A85B-B6573713A17F}" destId="{5C6A9B16-BD7F-4690-AAA1-8F982F836624}" srcOrd="0" destOrd="0" presId="urn:microsoft.com/office/officeart/2008/layout/LinedList"/>
    <dgm:cxn modelId="{DD99F4F0-8C96-432D-89B9-07A554D94C1E}" type="presOf" srcId="{D1CA6A85-2035-434F-AC9D-114DFAFFB448}" destId="{906B9380-CA7A-4F7F-AFBD-72DDD12A43EE}" srcOrd="0" destOrd="0" presId="urn:microsoft.com/office/officeart/2008/layout/LinedList"/>
    <dgm:cxn modelId="{CB58F8F6-5C40-4898-9831-E00CFC62E9A5}" srcId="{766312B0-DC09-49E3-AAEE-1036DC656075}" destId="{0F833B01-AE19-42FE-9C26-25AB8CBD5845}" srcOrd="3" destOrd="0" parTransId="{B756856C-D368-4644-A23E-168F9BD4DA8E}" sibTransId="{8992B864-1DAB-40B8-8376-781C4A28FC71}"/>
    <dgm:cxn modelId="{CA641C93-B3B8-40D0-A8B5-42893291841F}" type="presParOf" srcId="{8E3C00DA-20BA-4688-A694-F74671002695}" destId="{A0258352-B904-477D-8A94-2936957E2C7C}" srcOrd="0" destOrd="0" presId="urn:microsoft.com/office/officeart/2008/layout/LinedList"/>
    <dgm:cxn modelId="{7572FBAF-DB4B-4536-B983-22CEDD997D0F}" type="presParOf" srcId="{8E3C00DA-20BA-4688-A694-F74671002695}" destId="{BED25D5B-685D-4834-9B3F-E3D9BDDEC308}" srcOrd="1" destOrd="0" presId="urn:microsoft.com/office/officeart/2008/layout/LinedList"/>
    <dgm:cxn modelId="{34DA6623-5C32-4D3A-85D2-B6B395604567}" type="presParOf" srcId="{BED25D5B-685D-4834-9B3F-E3D9BDDEC308}" destId="{744ECF6F-4682-4101-A15D-1F82C1A23C36}" srcOrd="0" destOrd="0" presId="urn:microsoft.com/office/officeart/2008/layout/LinedList"/>
    <dgm:cxn modelId="{03BE841A-EA81-4FAC-89BF-B5EC2A17B83A}" type="presParOf" srcId="{BED25D5B-685D-4834-9B3F-E3D9BDDEC308}" destId="{2228DE8E-F636-49C9-8AD8-D766AE827221}" srcOrd="1" destOrd="0" presId="urn:microsoft.com/office/officeart/2008/layout/LinedList"/>
    <dgm:cxn modelId="{106D7938-BF74-45DC-851F-E4EE6F5AA820}" type="presParOf" srcId="{8E3C00DA-20BA-4688-A694-F74671002695}" destId="{0E84D0E4-059E-4373-A95E-130A45A151DA}" srcOrd="2" destOrd="0" presId="urn:microsoft.com/office/officeart/2008/layout/LinedList"/>
    <dgm:cxn modelId="{2D813B30-A187-4F5E-B1E0-C579BB3C1803}" type="presParOf" srcId="{8E3C00DA-20BA-4688-A694-F74671002695}" destId="{916F761C-1677-48C2-B3C5-42DBC8456185}" srcOrd="3" destOrd="0" presId="urn:microsoft.com/office/officeart/2008/layout/LinedList"/>
    <dgm:cxn modelId="{CF3F201E-9BC0-40B5-BA32-3A2631009136}" type="presParOf" srcId="{916F761C-1677-48C2-B3C5-42DBC8456185}" destId="{12937053-4EED-4F6E-8378-6D4853AD4880}" srcOrd="0" destOrd="0" presId="urn:microsoft.com/office/officeart/2008/layout/LinedList"/>
    <dgm:cxn modelId="{AEA724E3-830D-44E6-9FCE-454BF26A1B8E}" type="presParOf" srcId="{916F761C-1677-48C2-B3C5-42DBC8456185}" destId="{43815976-13A7-4ED0-A573-F62760AA708F}" srcOrd="1" destOrd="0" presId="urn:microsoft.com/office/officeart/2008/layout/LinedList"/>
    <dgm:cxn modelId="{066C87A6-5B05-4C14-A259-D2B3EDA589A0}" type="presParOf" srcId="{8E3C00DA-20BA-4688-A694-F74671002695}" destId="{56407BC1-3E98-4560-B955-66CC628CAB70}" srcOrd="4" destOrd="0" presId="urn:microsoft.com/office/officeart/2008/layout/LinedList"/>
    <dgm:cxn modelId="{00A84D73-0D62-4AC6-89B9-1CFB3BD228B4}" type="presParOf" srcId="{8E3C00DA-20BA-4688-A694-F74671002695}" destId="{DFFD6D4D-AE35-4EB6-B026-431FBE1F0C7D}" srcOrd="5" destOrd="0" presId="urn:microsoft.com/office/officeart/2008/layout/LinedList"/>
    <dgm:cxn modelId="{BB252353-BD7C-4EAE-A926-150B3B2DA47B}" type="presParOf" srcId="{DFFD6D4D-AE35-4EB6-B026-431FBE1F0C7D}" destId="{68EB7F84-6D8C-4D6E-A208-251A7C71F93D}" srcOrd="0" destOrd="0" presId="urn:microsoft.com/office/officeart/2008/layout/LinedList"/>
    <dgm:cxn modelId="{CFF5B5A9-96D6-4483-A274-7BF87E252C80}" type="presParOf" srcId="{DFFD6D4D-AE35-4EB6-B026-431FBE1F0C7D}" destId="{42FE9837-ADE0-407F-BF15-8E939EA18476}" srcOrd="1" destOrd="0" presId="urn:microsoft.com/office/officeart/2008/layout/LinedList"/>
    <dgm:cxn modelId="{EEEA6204-F55E-4252-A664-E0AEC3B5BF9C}" type="presParOf" srcId="{8E3C00DA-20BA-4688-A694-F74671002695}" destId="{F0A772BC-69AF-439C-A3C7-A129392E9432}" srcOrd="6" destOrd="0" presId="urn:microsoft.com/office/officeart/2008/layout/LinedList"/>
    <dgm:cxn modelId="{9C7F882D-0DFF-45E9-B7F0-60F506AE4A7F}" type="presParOf" srcId="{8E3C00DA-20BA-4688-A694-F74671002695}" destId="{15794444-EE2B-4CA6-B20F-D465B6B354DE}" srcOrd="7" destOrd="0" presId="urn:microsoft.com/office/officeart/2008/layout/LinedList"/>
    <dgm:cxn modelId="{3425F272-C594-4407-924A-4195F77D1047}" type="presParOf" srcId="{15794444-EE2B-4CA6-B20F-D465B6B354DE}" destId="{C3ED49A6-0820-4C53-955D-5EF5EAB79A2F}" srcOrd="0" destOrd="0" presId="urn:microsoft.com/office/officeart/2008/layout/LinedList"/>
    <dgm:cxn modelId="{ED70D8B8-681B-43F7-9555-EBDBEE4E253E}" type="presParOf" srcId="{15794444-EE2B-4CA6-B20F-D465B6B354DE}" destId="{29F40520-7740-4F8E-B077-E445E15B1AA0}" srcOrd="1" destOrd="0" presId="urn:microsoft.com/office/officeart/2008/layout/LinedList"/>
    <dgm:cxn modelId="{7D6D16B1-85D6-4AD0-B63D-1E2F165074AA}" type="presParOf" srcId="{8E3C00DA-20BA-4688-A694-F74671002695}" destId="{AC043B8D-6C7A-4C34-B17B-E8F04BA0CE7F}" srcOrd="8" destOrd="0" presId="urn:microsoft.com/office/officeart/2008/layout/LinedList"/>
    <dgm:cxn modelId="{5C5498C3-9C5A-4188-90A4-16F522EABD86}" type="presParOf" srcId="{8E3C00DA-20BA-4688-A694-F74671002695}" destId="{6AE2CD7B-F1EE-4E9F-BAC2-169480F5BAE0}" srcOrd="9" destOrd="0" presId="urn:microsoft.com/office/officeart/2008/layout/LinedList"/>
    <dgm:cxn modelId="{5AC9D12B-E4FE-487E-A32B-FECED6D9EBBA}" type="presParOf" srcId="{6AE2CD7B-F1EE-4E9F-BAC2-169480F5BAE0}" destId="{B2F6B335-F94B-4119-90DA-6232BE65B9CF}" srcOrd="0" destOrd="0" presId="urn:microsoft.com/office/officeart/2008/layout/LinedList"/>
    <dgm:cxn modelId="{DB4F3DCB-2BED-49DC-9267-43E232330A30}" type="presParOf" srcId="{6AE2CD7B-F1EE-4E9F-BAC2-169480F5BAE0}" destId="{74B40E9D-2521-42FC-BCCC-8EFDE8D00063}" srcOrd="1" destOrd="0" presId="urn:microsoft.com/office/officeart/2008/layout/LinedList"/>
    <dgm:cxn modelId="{86F310ED-4CC6-45A5-A034-BBD6A1DF255B}" type="presParOf" srcId="{8E3C00DA-20BA-4688-A694-F74671002695}" destId="{5A2A0A05-59F9-409F-8BAA-BA9F11A123B2}" srcOrd="10" destOrd="0" presId="urn:microsoft.com/office/officeart/2008/layout/LinedList"/>
    <dgm:cxn modelId="{247EBF57-C341-45CD-AAF5-3767C31D6D77}" type="presParOf" srcId="{8E3C00DA-20BA-4688-A694-F74671002695}" destId="{52FDD0EA-4EFF-49C9-84CE-E2094E3000BA}" srcOrd="11" destOrd="0" presId="urn:microsoft.com/office/officeart/2008/layout/LinedList"/>
    <dgm:cxn modelId="{0F215E4B-E7BF-47F1-97A9-7A6443B06288}" type="presParOf" srcId="{52FDD0EA-4EFF-49C9-84CE-E2094E3000BA}" destId="{906B9380-CA7A-4F7F-AFBD-72DDD12A43EE}" srcOrd="0" destOrd="0" presId="urn:microsoft.com/office/officeart/2008/layout/LinedList"/>
    <dgm:cxn modelId="{31C8B56B-44E8-4F29-990B-9BF20BA7D404}" type="presParOf" srcId="{52FDD0EA-4EFF-49C9-84CE-E2094E3000BA}" destId="{B8FDAFFD-598E-4901-9B1C-3082C5B208EE}" srcOrd="1" destOrd="0" presId="urn:microsoft.com/office/officeart/2008/layout/LinedList"/>
    <dgm:cxn modelId="{EC29D4EF-A2A6-4229-97D4-3ACCA9F6DF7F}" type="presParOf" srcId="{8E3C00DA-20BA-4688-A694-F74671002695}" destId="{17900C8C-96BD-4A47-A098-0E88591DBDF9}" srcOrd="12" destOrd="0" presId="urn:microsoft.com/office/officeart/2008/layout/LinedList"/>
    <dgm:cxn modelId="{96A18B58-5221-484B-8F62-3416A56AE5EC}" type="presParOf" srcId="{8E3C00DA-20BA-4688-A694-F74671002695}" destId="{352C8DF9-5ED8-498E-914B-2574DACA6826}" srcOrd="13" destOrd="0" presId="urn:microsoft.com/office/officeart/2008/layout/LinedList"/>
    <dgm:cxn modelId="{F8D71BE8-90FA-46DC-92C8-BA48DF9D90A1}" type="presParOf" srcId="{352C8DF9-5ED8-498E-914B-2574DACA6826}" destId="{4FD2CB0B-3C5D-458F-BA32-E985DE37D09D}" srcOrd="0" destOrd="0" presId="urn:microsoft.com/office/officeart/2008/layout/LinedList"/>
    <dgm:cxn modelId="{6CDF9F9A-E4F2-46FD-A3DE-606DCC1034A5}" type="presParOf" srcId="{352C8DF9-5ED8-498E-914B-2574DACA6826}" destId="{3CCEC9B5-FF94-4BB1-931F-3DBCF4B8823D}" srcOrd="1" destOrd="0" presId="urn:microsoft.com/office/officeart/2008/layout/LinedList"/>
    <dgm:cxn modelId="{36591637-7EC7-4168-8C33-72909845CB03}" type="presParOf" srcId="{8E3C00DA-20BA-4688-A694-F74671002695}" destId="{E8072C1B-3FCA-41EC-B1CE-D3A417C6868E}" srcOrd="14" destOrd="0" presId="urn:microsoft.com/office/officeart/2008/layout/LinedList"/>
    <dgm:cxn modelId="{80536ACE-10AE-4B16-ADAE-E93B82147D26}" type="presParOf" srcId="{8E3C00DA-20BA-4688-A694-F74671002695}" destId="{AE83E73A-F245-44A9-BD31-B65EFAC7251C}" srcOrd="15" destOrd="0" presId="urn:microsoft.com/office/officeart/2008/layout/LinedList"/>
    <dgm:cxn modelId="{13F0F7CD-7E51-45BF-9CEE-BB36E43CD0EA}" type="presParOf" srcId="{AE83E73A-F245-44A9-BD31-B65EFAC7251C}" destId="{7B47C265-4AD4-49C6-A8B1-335F72F561CB}" srcOrd="0" destOrd="0" presId="urn:microsoft.com/office/officeart/2008/layout/LinedList"/>
    <dgm:cxn modelId="{C0AE25E2-FF2E-4BAB-9C04-A8E7B5911D35}" type="presParOf" srcId="{AE83E73A-F245-44A9-BD31-B65EFAC7251C}" destId="{D4EA712E-F3BA-4856-AAA8-1A5B84C6D7D5}" srcOrd="1" destOrd="0" presId="urn:microsoft.com/office/officeart/2008/layout/LinedList"/>
    <dgm:cxn modelId="{97EDE7F7-0B32-4515-93B4-454932DFCD30}" type="presParOf" srcId="{8E3C00DA-20BA-4688-A694-F74671002695}" destId="{CFC7DDE7-A38B-44B1-94DF-F1EF79684B8B}" srcOrd="16" destOrd="0" presId="urn:microsoft.com/office/officeart/2008/layout/LinedList"/>
    <dgm:cxn modelId="{C877CA21-82D3-4F1C-A696-B5B7C57E3443}" type="presParOf" srcId="{8E3C00DA-20BA-4688-A694-F74671002695}" destId="{01240821-3944-40EF-8EA0-DEDB5271DDF4}" srcOrd="17" destOrd="0" presId="urn:microsoft.com/office/officeart/2008/layout/LinedList"/>
    <dgm:cxn modelId="{0C2AF229-A572-4BDB-8255-45CBC10278F5}" type="presParOf" srcId="{01240821-3944-40EF-8EA0-DEDB5271DDF4}" destId="{5C6A9B16-BD7F-4690-AAA1-8F982F836624}" srcOrd="0" destOrd="0" presId="urn:microsoft.com/office/officeart/2008/layout/LinedList"/>
    <dgm:cxn modelId="{980AE27C-E9E1-47CC-9259-791E9993821F}" type="presParOf" srcId="{01240821-3944-40EF-8EA0-DEDB5271DDF4}" destId="{DF8317D5-818F-4C99-ABF3-22AACBC8039E}" srcOrd="1" destOrd="0" presId="urn:microsoft.com/office/officeart/2008/layout/LinedList"/>
    <dgm:cxn modelId="{D729C0B9-4793-4C35-9639-B41D278AEC53}" type="presParOf" srcId="{8E3C00DA-20BA-4688-A694-F74671002695}" destId="{B0A748F2-5BEA-4AFB-ADD1-5923BA28ADA6}" srcOrd="18" destOrd="0" presId="urn:microsoft.com/office/officeart/2008/layout/LinedList"/>
    <dgm:cxn modelId="{7E0307D7-EA56-4233-B6B8-78700B962EB1}" type="presParOf" srcId="{8E3C00DA-20BA-4688-A694-F74671002695}" destId="{9DF43BEF-D39C-4324-B631-4598EF91CC71}" srcOrd="19" destOrd="0" presId="urn:microsoft.com/office/officeart/2008/layout/LinedList"/>
    <dgm:cxn modelId="{8B9788A0-E883-4558-8859-E1584144F3B1}" type="presParOf" srcId="{9DF43BEF-D39C-4324-B631-4598EF91CC71}" destId="{33F5E813-26EC-4A7F-9529-100468CD7073}" srcOrd="0" destOrd="0" presId="urn:microsoft.com/office/officeart/2008/layout/LinedList"/>
    <dgm:cxn modelId="{B6599CF9-A9E4-4CFA-BBE7-C603CEE344A7}" type="presParOf" srcId="{9DF43BEF-D39C-4324-B631-4598EF91CC71}" destId="{CE6EFF86-F8C1-4030-96B4-5AA382B3A6A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B4D89F6C-3094-4DA0-A0E7-9D2B691ED25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DB06290-EDBE-4D01-8A1B-4197413F5DC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Dialogue is naturally state-based --&gt; The game always knows exactly what state it is in-</a:t>
          </a:r>
        </a:p>
      </dgm:t>
    </dgm:pt>
    <dgm:pt modelId="{894F2F1F-75AB-4EB5-9188-2851EB332D2E}" type="parTrans" cxnId="{33CF7B9C-61E0-4892-937E-580792B1F785}">
      <dgm:prSet/>
      <dgm:spPr/>
      <dgm:t>
        <a:bodyPr/>
        <a:lstStyle/>
        <a:p>
          <a:endParaRPr lang="en-US"/>
        </a:p>
      </dgm:t>
    </dgm:pt>
    <dgm:pt modelId="{231AAAB2-F6C5-4FE6-97A1-AAD465C7A746}" type="sibTrans" cxnId="{33CF7B9C-61E0-4892-937E-580792B1F785}">
      <dgm:prSet/>
      <dgm:spPr/>
      <dgm:t>
        <a:bodyPr/>
        <a:lstStyle/>
        <a:p>
          <a:endParaRPr lang="en-US"/>
        </a:p>
      </dgm:t>
    </dgm:pt>
    <dgm:pt modelId="{387389EF-8CF3-404F-BE7A-FF2D5A977D9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Greeting, Guessing, Win, Lose etc..Statecharts model this perfectly.</a:t>
          </a:r>
        </a:p>
      </dgm:t>
    </dgm:pt>
    <dgm:pt modelId="{06E86912-7A53-436B-9C65-76B0EC5F2E53}" type="parTrans" cxnId="{FAB71BBB-277F-446F-9720-BD058D303A86}">
      <dgm:prSet/>
      <dgm:spPr/>
      <dgm:t>
        <a:bodyPr/>
        <a:lstStyle/>
        <a:p>
          <a:endParaRPr lang="en-US"/>
        </a:p>
      </dgm:t>
    </dgm:pt>
    <dgm:pt modelId="{88ADF1B6-D54B-46FD-AEE1-64024B58D653}" type="sibTrans" cxnId="{FAB71BBB-277F-446F-9720-BD058D303A86}">
      <dgm:prSet/>
      <dgm:spPr/>
      <dgm:t>
        <a:bodyPr/>
        <a:lstStyle/>
        <a:p>
          <a:endParaRPr lang="en-US"/>
        </a:p>
      </dgm:t>
    </dgm:pt>
    <dgm:pt modelId="{2BFA3CD7-78D1-4E93-9FBC-960DE53C44D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Clear separation of dialogue turns, each state has a clear entry (speak) and listening phase (ask) -that matches the Prompt -&gt; Ask pattern.</a:t>
          </a:r>
        </a:p>
      </dgm:t>
    </dgm:pt>
    <dgm:pt modelId="{E10E91A8-A64B-4645-9FEE-D4CF82898A95}" type="parTrans" cxnId="{B26F3AE8-D63E-4D63-886B-E738AD87A1CC}">
      <dgm:prSet/>
      <dgm:spPr/>
      <dgm:t>
        <a:bodyPr/>
        <a:lstStyle/>
        <a:p>
          <a:endParaRPr lang="en-US"/>
        </a:p>
      </dgm:t>
    </dgm:pt>
    <dgm:pt modelId="{A5DF26C0-66A8-4D10-8B3F-C43928930AC9}" type="sibTrans" cxnId="{B26F3AE8-D63E-4D63-886B-E738AD87A1CC}">
      <dgm:prSet/>
      <dgm:spPr/>
      <dgm:t>
        <a:bodyPr/>
        <a:lstStyle/>
        <a:p>
          <a:endParaRPr lang="en-US"/>
        </a:p>
      </dgm:t>
    </dgm:pt>
    <dgm:pt modelId="{039DFA4E-8742-4AFE-87CE-7E2831BBC7F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Compound states for sub-dialogues-- Win and Lose states have their own Prompt -&gt; Ask substates this is very clean with statecharts and would be messy with simple if/else logic.</a:t>
          </a:r>
        </a:p>
      </dgm:t>
    </dgm:pt>
    <dgm:pt modelId="{CE8212B6-5C22-4B70-A2A5-42D879E87A38}" type="parTrans" cxnId="{BF57CDFE-5F46-4276-88DB-D5F5EA15E374}">
      <dgm:prSet/>
      <dgm:spPr/>
      <dgm:t>
        <a:bodyPr/>
        <a:lstStyle/>
        <a:p>
          <a:endParaRPr lang="en-US"/>
        </a:p>
      </dgm:t>
    </dgm:pt>
    <dgm:pt modelId="{B0D32792-A963-4A78-8B34-3CD05EC8D2BF}" type="sibTrans" cxnId="{BF57CDFE-5F46-4276-88DB-D5F5EA15E374}">
      <dgm:prSet/>
      <dgm:spPr/>
      <dgm:t>
        <a:bodyPr/>
        <a:lstStyle/>
        <a:p>
          <a:endParaRPr lang="en-US"/>
        </a:p>
      </dgm:t>
    </dgm:pt>
    <dgm:pt modelId="{ED162889-82A6-47DC-B084-2191E9896DB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Guards make conditional transitions readable- Checking NLU intent in guards is clean and clear compared to nested if/else statements.</a:t>
          </a:r>
        </a:p>
      </dgm:t>
    </dgm:pt>
    <dgm:pt modelId="{4AF3F57D-3404-40D9-B5AE-0662224D6ADE}" type="parTrans" cxnId="{0BC22193-B44E-4BAD-B1E7-9548994352B7}">
      <dgm:prSet/>
      <dgm:spPr/>
      <dgm:t>
        <a:bodyPr/>
        <a:lstStyle/>
        <a:p>
          <a:endParaRPr lang="en-US"/>
        </a:p>
      </dgm:t>
    </dgm:pt>
    <dgm:pt modelId="{876D9CE4-36E9-442B-B79C-0028C80D8FC6}" type="sibTrans" cxnId="{0BC22193-B44E-4BAD-B1E7-9548994352B7}">
      <dgm:prSet/>
      <dgm:spPr/>
      <dgm:t>
        <a:bodyPr/>
        <a:lstStyle/>
        <a:p>
          <a:endParaRPr lang="en-US"/>
        </a:p>
      </dgm:t>
    </dgm:pt>
    <dgm:pt modelId="{5DBFB233-3E31-483C-A4D6-0F2E2E77DD9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Context tracks game state naturally Score, attempts, hintMin, hintMax all live in context -- always accessible from any state.</a:t>
          </a:r>
        </a:p>
      </dgm:t>
    </dgm:pt>
    <dgm:pt modelId="{609FCEA6-1F95-4DF3-BAF3-29A87E2ACFAD}" type="parTrans" cxnId="{117729B8-CBC6-4AED-BDCB-31F75749B046}">
      <dgm:prSet/>
      <dgm:spPr/>
      <dgm:t>
        <a:bodyPr/>
        <a:lstStyle/>
        <a:p>
          <a:endParaRPr lang="en-US"/>
        </a:p>
      </dgm:t>
    </dgm:pt>
    <dgm:pt modelId="{95AA9C26-3CD2-45CD-8FFE-9884B7449C64}" type="sibTrans" cxnId="{117729B8-CBC6-4AED-BDCB-31F75749B046}">
      <dgm:prSet/>
      <dgm:spPr/>
      <dgm:t>
        <a:bodyPr/>
        <a:lstStyle/>
        <a:p>
          <a:endParaRPr lang="en-US"/>
        </a:p>
      </dgm:t>
    </dgm:pt>
    <dgm:pt modelId="{5F50FD42-3B8E-47DC-88D7-56B8C4CB53CA}" type="pres">
      <dgm:prSet presAssocID="{B4D89F6C-3094-4DA0-A0E7-9D2B691ED258}" presName="root" presStyleCnt="0">
        <dgm:presLayoutVars>
          <dgm:dir/>
          <dgm:resizeHandles val="exact"/>
        </dgm:presLayoutVars>
      </dgm:prSet>
      <dgm:spPr/>
    </dgm:pt>
    <dgm:pt modelId="{0C279B97-F1DA-4971-978E-93966C8E53C6}" type="pres">
      <dgm:prSet presAssocID="{7DB06290-EDBE-4D01-8A1B-4197413F5DC7}" presName="compNode" presStyleCnt="0"/>
      <dgm:spPr/>
    </dgm:pt>
    <dgm:pt modelId="{C8C2C86E-8202-4CFA-9F97-5343452422C4}" type="pres">
      <dgm:prSet presAssocID="{7DB06290-EDBE-4D01-8A1B-4197413F5DC7}" presName="bgRect" presStyleLbl="bgShp" presStyleIdx="0" presStyleCnt="6"/>
      <dgm:spPr/>
    </dgm:pt>
    <dgm:pt modelId="{BEEDF67E-B5CA-44A7-990E-DDEF695B762C}" type="pres">
      <dgm:prSet presAssocID="{7DB06290-EDBE-4D01-8A1B-4197413F5DC7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320B0C16-6BE5-4B2A-BEA5-76BCD36AC4EA}" type="pres">
      <dgm:prSet presAssocID="{7DB06290-EDBE-4D01-8A1B-4197413F5DC7}" presName="spaceRect" presStyleCnt="0"/>
      <dgm:spPr/>
    </dgm:pt>
    <dgm:pt modelId="{B0CFC413-67F1-45A9-809A-8ACA7F69F220}" type="pres">
      <dgm:prSet presAssocID="{7DB06290-EDBE-4D01-8A1B-4197413F5DC7}" presName="parTx" presStyleLbl="revTx" presStyleIdx="0" presStyleCnt="6">
        <dgm:presLayoutVars>
          <dgm:chMax val="0"/>
          <dgm:chPref val="0"/>
        </dgm:presLayoutVars>
      </dgm:prSet>
      <dgm:spPr/>
    </dgm:pt>
    <dgm:pt modelId="{45D99CDC-652D-4120-9F1E-A67A08C01EB7}" type="pres">
      <dgm:prSet presAssocID="{231AAAB2-F6C5-4FE6-97A1-AAD465C7A746}" presName="sibTrans" presStyleCnt="0"/>
      <dgm:spPr/>
    </dgm:pt>
    <dgm:pt modelId="{CF647FEA-9F60-41C5-8139-811A62E22BA0}" type="pres">
      <dgm:prSet presAssocID="{387389EF-8CF3-404F-BE7A-FF2D5A977D98}" presName="compNode" presStyleCnt="0"/>
      <dgm:spPr/>
    </dgm:pt>
    <dgm:pt modelId="{55DC4C0B-13B6-47DD-81B4-AEA9C74A40B4}" type="pres">
      <dgm:prSet presAssocID="{387389EF-8CF3-404F-BE7A-FF2D5A977D98}" presName="bgRect" presStyleLbl="bgShp" presStyleIdx="1" presStyleCnt="6"/>
      <dgm:spPr/>
    </dgm:pt>
    <dgm:pt modelId="{4DB5E813-9132-4A77-AA43-7D2E68B7F26D}" type="pres">
      <dgm:prSet presAssocID="{387389EF-8CF3-404F-BE7A-FF2D5A977D98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Judge"/>
        </a:ext>
      </dgm:extLst>
    </dgm:pt>
    <dgm:pt modelId="{AB9F16E5-6DC5-4306-B9E8-0137E935CE99}" type="pres">
      <dgm:prSet presAssocID="{387389EF-8CF3-404F-BE7A-FF2D5A977D98}" presName="spaceRect" presStyleCnt="0"/>
      <dgm:spPr/>
    </dgm:pt>
    <dgm:pt modelId="{61F9DC7B-CBAC-4A81-82EA-10604E12F718}" type="pres">
      <dgm:prSet presAssocID="{387389EF-8CF3-404F-BE7A-FF2D5A977D98}" presName="parTx" presStyleLbl="revTx" presStyleIdx="1" presStyleCnt="6">
        <dgm:presLayoutVars>
          <dgm:chMax val="0"/>
          <dgm:chPref val="0"/>
        </dgm:presLayoutVars>
      </dgm:prSet>
      <dgm:spPr/>
    </dgm:pt>
    <dgm:pt modelId="{396704BC-ACB6-4898-96D0-A035E6B1A5CD}" type="pres">
      <dgm:prSet presAssocID="{88ADF1B6-D54B-46FD-AEE1-64024B58D653}" presName="sibTrans" presStyleCnt="0"/>
      <dgm:spPr/>
    </dgm:pt>
    <dgm:pt modelId="{BC9CC723-E3B0-4693-A736-1EB985237E70}" type="pres">
      <dgm:prSet presAssocID="{2BFA3CD7-78D1-4E93-9FBC-960DE53C44D8}" presName="compNode" presStyleCnt="0"/>
      <dgm:spPr/>
    </dgm:pt>
    <dgm:pt modelId="{DB431AA3-8281-44FA-A874-15E6FA39ABE9}" type="pres">
      <dgm:prSet presAssocID="{2BFA3CD7-78D1-4E93-9FBC-960DE53C44D8}" presName="bgRect" presStyleLbl="bgShp" presStyleIdx="2" presStyleCnt="6"/>
      <dgm:spPr/>
    </dgm:pt>
    <dgm:pt modelId="{1387B005-6CD1-4152-8E72-5E4B1A477327}" type="pres">
      <dgm:prSet presAssocID="{2BFA3CD7-78D1-4E93-9FBC-960DE53C44D8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eaf"/>
        </a:ext>
      </dgm:extLst>
    </dgm:pt>
    <dgm:pt modelId="{045D36E7-86B1-4C83-938D-3C474E9000E4}" type="pres">
      <dgm:prSet presAssocID="{2BFA3CD7-78D1-4E93-9FBC-960DE53C44D8}" presName="spaceRect" presStyleCnt="0"/>
      <dgm:spPr/>
    </dgm:pt>
    <dgm:pt modelId="{6F7D1695-579B-454B-AE68-BA87E118E326}" type="pres">
      <dgm:prSet presAssocID="{2BFA3CD7-78D1-4E93-9FBC-960DE53C44D8}" presName="parTx" presStyleLbl="revTx" presStyleIdx="2" presStyleCnt="6">
        <dgm:presLayoutVars>
          <dgm:chMax val="0"/>
          <dgm:chPref val="0"/>
        </dgm:presLayoutVars>
      </dgm:prSet>
      <dgm:spPr/>
    </dgm:pt>
    <dgm:pt modelId="{A90B371E-D14B-4FD4-8AE9-112F8A12929B}" type="pres">
      <dgm:prSet presAssocID="{A5DF26C0-66A8-4D10-8B3F-C43928930AC9}" presName="sibTrans" presStyleCnt="0"/>
      <dgm:spPr/>
    </dgm:pt>
    <dgm:pt modelId="{C0B04BD2-895D-4081-93F6-03388EFC327F}" type="pres">
      <dgm:prSet presAssocID="{039DFA4E-8742-4AFE-87CE-7E2831BBC7F6}" presName="compNode" presStyleCnt="0"/>
      <dgm:spPr/>
    </dgm:pt>
    <dgm:pt modelId="{83E3D294-BDCB-4484-ABF0-6876A691B3D7}" type="pres">
      <dgm:prSet presAssocID="{039DFA4E-8742-4AFE-87CE-7E2831BBC7F6}" presName="bgRect" presStyleLbl="bgShp" presStyleIdx="3" presStyleCnt="6"/>
      <dgm:spPr/>
    </dgm:pt>
    <dgm:pt modelId="{9CE46E2B-7F62-4F92-8179-E7108429C51C}" type="pres">
      <dgm:prSet presAssocID="{039DFA4E-8742-4AFE-87CE-7E2831BBC7F6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Irritant"/>
        </a:ext>
      </dgm:extLst>
    </dgm:pt>
    <dgm:pt modelId="{F516AFA3-D33A-42F5-AA7D-AA6C4965EA26}" type="pres">
      <dgm:prSet presAssocID="{039DFA4E-8742-4AFE-87CE-7E2831BBC7F6}" presName="spaceRect" presStyleCnt="0"/>
      <dgm:spPr/>
    </dgm:pt>
    <dgm:pt modelId="{1BBCBE22-58EE-402B-BB3F-13EA28316D30}" type="pres">
      <dgm:prSet presAssocID="{039DFA4E-8742-4AFE-87CE-7E2831BBC7F6}" presName="parTx" presStyleLbl="revTx" presStyleIdx="3" presStyleCnt="6">
        <dgm:presLayoutVars>
          <dgm:chMax val="0"/>
          <dgm:chPref val="0"/>
        </dgm:presLayoutVars>
      </dgm:prSet>
      <dgm:spPr/>
    </dgm:pt>
    <dgm:pt modelId="{58F2D6C0-8A62-4A9B-846C-C41384224E47}" type="pres">
      <dgm:prSet presAssocID="{B0D32792-A963-4A78-8B34-3CD05EC8D2BF}" presName="sibTrans" presStyleCnt="0"/>
      <dgm:spPr/>
    </dgm:pt>
    <dgm:pt modelId="{C1E58E11-370F-4137-B2A9-3EB3A2D1DDD3}" type="pres">
      <dgm:prSet presAssocID="{ED162889-82A6-47DC-B084-2191E9896DB8}" presName="compNode" presStyleCnt="0"/>
      <dgm:spPr/>
    </dgm:pt>
    <dgm:pt modelId="{424305F3-ACC1-4C19-A387-45E04E0F6A1E}" type="pres">
      <dgm:prSet presAssocID="{ED162889-82A6-47DC-B084-2191E9896DB8}" presName="bgRect" presStyleLbl="bgShp" presStyleIdx="4" presStyleCnt="6"/>
      <dgm:spPr/>
    </dgm:pt>
    <dgm:pt modelId="{06FAA1DD-E88A-4BBD-977F-631E19C9764A}" type="pres">
      <dgm:prSet presAssocID="{ED162889-82A6-47DC-B084-2191E9896DB8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sed Quotation Mark"/>
        </a:ext>
      </dgm:extLst>
    </dgm:pt>
    <dgm:pt modelId="{0AC45D48-53B3-47DD-BD53-B57A544543F8}" type="pres">
      <dgm:prSet presAssocID="{ED162889-82A6-47DC-B084-2191E9896DB8}" presName="spaceRect" presStyleCnt="0"/>
      <dgm:spPr/>
    </dgm:pt>
    <dgm:pt modelId="{D82B6FDE-7AF8-4C94-BC73-700D609254D3}" type="pres">
      <dgm:prSet presAssocID="{ED162889-82A6-47DC-B084-2191E9896DB8}" presName="parTx" presStyleLbl="revTx" presStyleIdx="4" presStyleCnt="6">
        <dgm:presLayoutVars>
          <dgm:chMax val="0"/>
          <dgm:chPref val="0"/>
        </dgm:presLayoutVars>
      </dgm:prSet>
      <dgm:spPr/>
    </dgm:pt>
    <dgm:pt modelId="{4D62856C-0D57-48F4-8591-A963D2405FCC}" type="pres">
      <dgm:prSet presAssocID="{876D9CE4-36E9-442B-B79C-0028C80D8FC6}" presName="sibTrans" presStyleCnt="0"/>
      <dgm:spPr/>
    </dgm:pt>
    <dgm:pt modelId="{23650338-D36D-4B70-B809-12BE40E42C42}" type="pres">
      <dgm:prSet presAssocID="{5DBFB233-3E31-483C-A4D6-0F2E2E77DD90}" presName="compNode" presStyleCnt="0"/>
      <dgm:spPr/>
    </dgm:pt>
    <dgm:pt modelId="{D272219F-7B5B-4D50-BFA3-3AB46832D840}" type="pres">
      <dgm:prSet presAssocID="{5DBFB233-3E31-483C-A4D6-0F2E2E77DD90}" presName="bgRect" presStyleLbl="bgShp" presStyleIdx="5" presStyleCnt="6"/>
      <dgm:spPr/>
    </dgm:pt>
    <dgm:pt modelId="{D3D2B368-F80B-4FEC-AC09-A8CFB7E1FD0A}" type="pres">
      <dgm:prSet presAssocID="{5DBFB233-3E31-483C-A4D6-0F2E2E77DD90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laybook"/>
        </a:ext>
      </dgm:extLst>
    </dgm:pt>
    <dgm:pt modelId="{37E14C9C-74E6-444D-80ED-7AD78DFB3F0E}" type="pres">
      <dgm:prSet presAssocID="{5DBFB233-3E31-483C-A4D6-0F2E2E77DD90}" presName="spaceRect" presStyleCnt="0"/>
      <dgm:spPr/>
    </dgm:pt>
    <dgm:pt modelId="{864F6DE8-DAB0-44ED-8EF4-99C749C3240F}" type="pres">
      <dgm:prSet presAssocID="{5DBFB233-3E31-483C-A4D6-0F2E2E77DD90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013AAF12-8A89-4110-BE06-703A0C457970}" type="presOf" srcId="{7DB06290-EDBE-4D01-8A1B-4197413F5DC7}" destId="{B0CFC413-67F1-45A9-809A-8ACA7F69F220}" srcOrd="0" destOrd="0" presId="urn:microsoft.com/office/officeart/2018/2/layout/IconVerticalSolidList"/>
    <dgm:cxn modelId="{D8A46E15-221E-4822-8B3F-09AC2BAA927F}" type="presOf" srcId="{5DBFB233-3E31-483C-A4D6-0F2E2E77DD90}" destId="{864F6DE8-DAB0-44ED-8EF4-99C749C3240F}" srcOrd="0" destOrd="0" presId="urn:microsoft.com/office/officeart/2018/2/layout/IconVerticalSolidList"/>
    <dgm:cxn modelId="{321F4432-9DFD-48EE-959F-734904FE0F20}" type="presOf" srcId="{B4D89F6C-3094-4DA0-A0E7-9D2B691ED258}" destId="{5F50FD42-3B8E-47DC-88D7-56B8C4CB53CA}" srcOrd="0" destOrd="0" presId="urn:microsoft.com/office/officeart/2018/2/layout/IconVerticalSolidList"/>
    <dgm:cxn modelId="{3E6FE052-C5E0-48B3-A102-EE67AE681933}" type="presOf" srcId="{2BFA3CD7-78D1-4E93-9FBC-960DE53C44D8}" destId="{6F7D1695-579B-454B-AE68-BA87E118E326}" srcOrd="0" destOrd="0" presId="urn:microsoft.com/office/officeart/2018/2/layout/IconVerticalSolidList"/>
    <dgm:cxn modelId="{40CBEE66-AD81-4C7B-8C35-87AA0BF2313A}" type="presOf" srcId="{039DFA4E-8742-4AFE-87CE-7E2831BBC7F6}" destId="{1BBCBE22-58EE-402B-BB3F-13EA28316D30}" srcOrd="0" destOrd="0" presId="urn:microsoft.com/office/officeart/2018/2/layout/IconVerticalSolidList"/>
    <dgm:cxn modelId="{E101A770-74D8-4C3C-B591-F11245C5A3AE}" type="presOf" srcId="{387389EF-8CF3-404F-BE7A-FF2D5A977D98}" destId="{61F9DC7B-CBAC-4A81-82EA-10604E12F718}" srcOrd="0" destOrd="0" presId="urn:microsoft.com/office/officeart/2018/2/layout/IconVerticalSolidList"/>
    <dgm:cxn modelId="{9EC70A88-1D55-4B4A-9064-F535DB7B7B2F}" type="presOf" srcId="{ED162889-82A6-47DC-B084-2191E9896DB8}" destId="{D82B6FDE-7AF8-4C94-BC73-700D609254D3}" srcOrd="0" destOrd="0" presId="urn:microsoft.com/office/officeart/2018/2/layout/IconVerticalSolidList"/>
    <dgm:cxn modelId="{0BC22193-B44E-4BAD-B1E7-9548994352B7}" srcId="{B4D89F6C-3094-4DA0-A0E7-9D2B691ED258}" destId="{ED162889-82A6-47DC-B084-2191E9896DB8}" srcOrd="4" destOrd="0" parTransId="{4AF3F57D-3404-40D9-B5AE-0662224D6ADE}" sibTransId="{876D9CE4-36E9-442B-B79C-0028C80D8FC6}"/>
    <dgm:cxn modelId="{33CF7B9C-61E0-4892-937E-580792B1F785}" srcId="{B4D89F6C-3094-4DA0-A0E7-9D2B691ED258}" destId="{7DB06290-EDBE-4D01-8A1B-4197413F5DC7}" srcOrd="0" destOrd="0" parTransId="{894F2F1F-75AB-4EB5-9188-2851EB332D2E}" sibTransId="{231AAAB2-F6C5-4FE6-97A1-AAD465C7A746}"/>
    <dgm:cxn modelId="{117729B8-CBC6-4AED-BDCB-31F75749B046}" srcId="{B4D89F6C-3094-4DA0-A0E7-9D2B691ED258}" destId="{5DBFB233-3E31-483C-A4D6-0F2E2E77DD90}" srcOrd="5" destOrd="0" parTransId="{609FCEA6-1F95-4DF3-BAF3-29A87E2ACFAD}" sibTransId="{95AA9C26-3CD2-45CD-8FFE-9884B7449C64}"/>
    <dgm:cxn modelId="{FAB71BBB-277F-446F-9720-BD058D303A86}" srcId="{B4D89F6C-3094-4DA0-A0E7-9D2B691ED258}" destId="{387389EF-8CF3-404F-BE7A-FF2D5A977D98}" srcOrd="1" destOrd="0" parTransId="{06E86912-7A53-436B-9C65-76B0EC5F2E53}" sibTransId="{88ADF1B6-D54B-46FD-AEE1-64024B58D653}"/>
    <dgm:cxn modelId="{B26F3AE8-D63E-4D63-886B-E738AD87A1CC}" srcId="{B4D89F6C-3094-4DA0-A0E7-9D2B691ED258}" destId="{2BFA3CD7-78D1-4E93-9FBC-960DE53C44D8}" srcOrd="2" destOrd="0" parTransId="{E10E91A8-A64B-4645-9FEE-D4CF82898A95}" sibTransId="{A5DF26C0-66A8-4D10-8B3F-C43928930AC9}"/>
    <dgm:cxn modelId="{BF57CDFE-5F46-4276-88DB-D5F5EA15E374}" srcId="{B4D89F6C-3094-4DA0-A0E7-9D2B691ED258}" destId="{039DFA4E-8742-4AFE-87CE-7E2831BBC7F6}" srcOrd="3" destOrd="0" parTransId="{CE8212B6-5C22-4B70-A2A5-42D879E87A38}" sibTransId="{B0D32792-A963-4A78-8B34-3CD05EC8D2BF}"/>
    <dgm:cxn modelId="{EF8825F3-1413-4AF2-B41F-54363F54BF7A}" type="presParOf" srcId="{5F50FD42-3B8E-47DC-88D7-56B8C4CB53CA}" destId="{0C279B97-F1DA-4971-978E-93966C8E53C6}" srcOrd="0" destOrd="0" presId="urn:microsoft.com/office/officeart/2018/2/layout/IconVerticalSolidList"/>
    <dgm:cxn modelId="{BB57BC58-A6FF-459E-BE8C-DC93F7585815}" type="presParOf" srcId="{0C279B97-F1DA-4971-978E-93966C8E53C6}" destId="{C8C2C86E-8202-4CFA-9F97-5343452422C4}" srcOrd="0" destOrd="0" presId="urn:microsoft.com/office/officeart/2018/2/layout/IconVerticalSolidList"/>
    <dgm:cxn modelId="{2BC5012E-D7FC-4A9B-84D6-E67B9B9E6D79}" type="presParOf" srcId="{0C279B97-F1DA-4971-978E-93966C8E53C6}" destId="{BEEDF67E-B5CA-44A7-990E-DDEF695B762C}" srcOrd="1" destOrd="0" presId="urn:microsoft.com/office/officeart/2018/2/layout/IconVerticalSolidList"/>
    <dgm:cxn modelId="{5F0A276A-9BBD-46CB-A2A1-05C1D9ECA1A2}" type="presParOf" srcId="{0C279B97-F1DA-4971-978E-93966C8E53C6}" destId="{320B0C16-6BE5-4B2A-BEA5-76BCD36AC4EA}" srcOrd="2" destOrd="0" presId="urn:microsoft.com/office/officeart/2018/2/layout/IconVerticalSolidList"/>
    <dgm:cxn modelId="{0482D6F3-5E82-40E2-BA81-8175DCE9F1E1}" type="presParOf" srcId="{0C279B97-F1DA-4971-978E-93966C8E53C6}" destId="{B0CFC413-67F1-45A9-809A-8ACA7F69F220}" srcOrd="3" destOrd="0" presId="urn:microsoft.com/office/officeart/2018/2/layout/IconVerticalSolidList"/>
    <dgm:cxn modelId="{BC32E870-1049-4960-A58D-4B9552953058}" type="presParOf" srcId="{5F50FD42-3B8E-47DC-88D7-56B8C4CB53CA}" destId="{45D99CDC-652D-4120-9F1E-A67A08C01EB7}" srcOrd="1" destOrd="0" presId="urn:microsoft.com/office/officeart/2018/2/layout/IconVerticalSolidList"/>
    <dgm:cxn modelId="{0425C4FA-46E1-4CEC-A67F-8F55E14FEC90}" type="presParOf" srcId="{5F50FD42-3B8E-47DC-88D7-56B8C4CB53CA}" destId="{CF647FEA-9F60-41C5-8139-811A62E22BA0}" srcOrd="2" destOrd="0" presId="urn:microsoft.com/office/officeart/2018/2/layout/IconVerticalSolidList"/>
    <dgm:cxn modelId="{A1392532-30E9-492E-8BD0-B551C3A9F290}" type="presParOf" srcId="{CF647FEA-9F60-41C5-8139-811A62E22BA0}" destId="{55DC4C0B-13B6-47DD-81B4-AEA9C74A40B4}" srcOrd="0" destOrd="0" presId="urn:microsoft.com/office/officeart/2018/2/layout/IconVerticalSolidList"/>
    <dgm:cxn modelId="{6CF95709-BCD0-44B3-9C13-613339AA2DD9}" type="presParOf" srcId="{CF647FEA-9F60-41C5-8139-811A62E22BA0}" destId="{4DB5E813-9132-4A77-AA43-7D2E68B7F26D}" srcOrd="1" destOrd="0" presId="urn:microsoft.com/office/officeart/2018/2/layout/IconVerticalSolidList"/>
    <dgm:cxn modelId="{A40650CE-FE42-4093-9C93-984930906FB3}" type="presParOf" srcId="{CF647FEA-9F60-41C5-8139-811A62E22BA0}" destId="{AB9F16E5-6DC5-4306-B9E8-0137E935CE99}" srcOrd="2" destOrd="0" presId="urn:microsoft.com/office/officeart/2018/2/layout/IconVerticalSolidList"/>
    <dgm:cxn modelId="{842213FA-AAD0-4A89-938E-B58888B8489C}" type="presParOf" srcId="{CF647FEA-9F60-41C5-8139-811A62E22BA0}" destId="{61F9DC7B-CBAC-4A81-82EA-10604E12F718}" srcOrd="3" destOrd="0" presId="urn:microsoft.com/office/officeart/2018/2/layout/IconVerticalSolidList"/>
    <dgm:cxn modelId="{EF4F74B6-6B85-4F56-8F36-F94A1A0E40AA}" type="presParOf" srcId="{5F50FD42-3B8E-47DC-88D7-56B8C4CB53CA}" destId="{396704BC-ACB6-4898-96D0-A035E6B1A5CD}" srcOrd="3" destOrd="0" presId="urn:microsoft.com/office/officeart/2018/2/layout/IconVerticalSolidList"/>
    <dgm:cxn modelId="{9A8CABE5-A2CF-4B0E-8B6F-69012472F0FB}" type="presParOf" srcId="{5F50FD42-3B8E-47DC-88D7-56B8C4CB53CA}" destId="{BC9CC723-E3B0-4693-A736-1EB985237E70}" srcOrd="4" destOrd="0" presId="urn:microsoft.com/office/officeart/2018/2/layout/IconVerticalSolidList"/>
    <dgm:cxn modelId="{FEA186B7-3931-406F-A6B1-46BAB1EEACD4}" type="presParOf" srcId="{BC9CC723-E3B0-4693-A736-1EB985237E70}" destId="{DB431AA3-8281-44FA-A874-15E6FA39ABE9}" srcOrd="0" destOrd="0" presId="urn:microsoft.com/office/officeart/2018/2/layout/IconVerticalSolidList"/>
    <dgm:cxn modelId="{397F2CD3-7A87-470C-8501-56F6A29A4A6F}" type="presParOf" srcId="{BC9CC723-E3B0-4693-A736-1EB985237E70}" destId="{1387B005-6CD1-4152-8E72-5E4B1A477327}" srcOrd="1" destOrd="0" presId="urn:microsoft.com/office/officeart/2018/2/layout/IconVerticalSolidList"/>
    <dgm:cxn modelId="{34815864-2AE3-4C40-86C5-C9075EA49721}" type="presParOf" srcId="{BC9CC723-E3B0-4693-A736-1EB985237E70}" destId="{045D36E7-86B1-4C83-938D-3C474E9000E4}" srcOrd="2" destOrd="0" presId="urn:microsoft.com/office/officeart/2018/2/layout/IconVerticalSolidList"/>
    <dgm:cxn modelId="{97E17BD9-FB51-4B36-B931-9555267FF0F5}" type="presParOf" srcId="{BC9CC723-E3B0-4693-A736-1EB985237E70}" destId="{6F7D1695-579B-454B-AE68-BA87E118E326}" srcOrd="3" destOrd="0" presId="urn:microsoft.com/office/officeart/2018/2/layout/IconVerticalSolidList"/>
    <dgm:cxn modelId="{72719851-784D-4A6B-98B0-6B462A8181AA}" type="presParOf" srcId="{5F50FD42-3B8E-47DC-88D7-56B8C4CB53CA}" destId="{A90B371E-D14B-4FD4-8AE9-112F8A12929B}" srcOrd="5" destOrd="0" presId="urn:microsoft.com/office/officeart/2018/2/layout/IconVerticalSolidList"/>
    <dgm:cxn modelId="{F5AE19B3-8136-4BD2-8326-8573E69ABC05}" type="presParOf" srcId="{5F50FD42-3B8E-47DC-88D7-56B8C4CB53CA}" destId="{C0B04BD2-895D-4081-93F6-03388EFC327F}" srcOrd="6" destOrd="0" presId="urn:microsoft.com/office/officeart/2018/2/layout/IconVerticalSolidList"/>
    <dgm:cxn modelId="{9DE7BB57-B89F-4B51-BB33-B091864989D1}" type="presParOf" srcId="{C0B04BD2-895D-4081-93F6-03388EFC327F}" destId="{83E3D294-BDCB-4484-ABF0-6876A691B3D7}" srcOrd="0" destOrd="0" presId="urn:microsoft.com/office/officeart/2018/2/layout/IconVerticalSolidList"/>
    <dgm:cxn modelId="{E6CF39A9-7943-4292-82AB-9DE48D575B19}" type="presParOf" srcId="{C0B04BD2-895D-4081-93F6-03388EFC327F}" destId="{9CE46E2B-7F62-4F92-8179-E7108429C51C}" srcOrd="1" destOrd="0" presId="urn:microsoft.com/office/officeart/2018/2/layout/IconVerticalSolidList"/>
    <dgm:cxn modelId="{50B8D541-8E9E-4612-B512-0088BBDF74D0}" type="presParOf" srcId="{C0B04BD2-895D-4081-93F6-03388EFC327F}" destId="{F516AFA3-D33A-42F5-AA7D-AA6C4965EA26}" srcOrd="2" destOrd="0" presId="urn:microsoft.com/office/officeart/2018/2/layout/IconVerticalSolidList"/>
    <dgm:cxn modelId="{0D2697BE-94AD-44D5-865E-B005D6633F56}" type="presParOf" srcId="{C0B04BD2-895D-4081-93F6-03388EFC327F}" destId="{1BBCBE22-58EE-402B-BB3F-13EA28316D30}" srcOrd="3" destOrd="0" presId="urn:microsoft.com/office/officeart/2018/2/layout/IconVerticalSolidList"/>
    <dgm:cxn modelId="{A608B99E-1FC7-481A-A2C9-3563F824EBB8}" type="presParOf" srcId="{5F50FD42-3B8E-47DC-88D7-56B8C4CB53CA}" destId="{58F2D6C0-8A62-4A9B-846C-C41384224E47}" srcOrd="7" destOrd="0" presId="urn:microsoft.com/office/officeart/2018/2/layout/IconVerticalSolidList"/>
    <dgm:cxn modelId="{FE7632EB-B92D-45A9-AC1A-15E799A50B8B}" type="presParOf" srcId="{5F50FD42-3B8E-47DC-88D7-56B8C4CB53CA}" destId="{C1E58E11-370F-4137-B2A9-3EB3A2D1DDD3}" srcOrd="8" destOrd="0" presId="urn:microsoft.com/office/officeart/2018/2/layout/IconVerticalSolidList"/>
    <dgm:cxn modelId="{1E260C49-1784-46D2-AC58-B9DD140B596E}" type="presParOf" srcId="{C1E58E11-370F-4137-B2A9-3EB3A2D1DDD3}" destId="{424305F3-ACC1-4C19-A387-45E04E0F6A1E}" srcOrd="0" destOrd="0" presId="urn:microsoft.com/office/officeart/2018/2/layout/IconVerticalSolidList"/>
    <dgm:cxn modelId="{7CD24004-A82A-4EA4-9A8F-61027773284D}" type="presParOf" srcId="{C1E58E11-370F-4137-B2A9-3EB3A2D1DDD3}" destId="{06FAA1DD-E88A-4BBD-977F-631E19C9764A}" srcOrd="1" destOrd="0" presId="urn:microsoft.com/office/officeart/2018/2/layout/IconVerticalSolidList"/>
    <dgm:cxn modelId="{531DE0C6-A50F-447F-B225-0300D7D15AF7}" type="presParOf" srcId="{C1E58E11-370F-4137-B2A9-3EB3A2D1DDD3}" destId="{0AC45D48-53B3-47DD-BD53-B57A544543F8}" srcOrd="2" destOrd="0" presId="urn:microsoft.com/office/officeart/2018/2/layout/IconVerticalSolidList"/>
    <dgm:cxn modelId="{5E444116-E274-4FFF-8132-7DE6BDD560FF}" type="presParOf" srcId="{C1E58E11-370F-4137-B2A9-3EB3A2D1DDD3}" destId="{D82B6FDE-7AF8-4C94-BC73-700D609254D3}" srcOrd="3" destOrd="0" presId="urn:microsoft.com/office/officeart/2018/2/layout/IconVerticalSolidList"/>
    <dgm:cxn modelId="{D0EE7CB9-06D3-4085-8103-0D3BEE417CE6}" type="presParOf" srcId="{5F50FD42-3B8E-47DC-88D7-56B8C4CB53CA}" destId="{4D62856C-0D57-48F4-8591-A963D2405FCC}" srcOrd="9" destOrd="0" presId="urn:microsoft.com/office/officeart/2018/2/layout/IconVerticalSolidList"/>
    <dgm:cxn modelId="{3E6F9006-2D6F-45CA-9474-592EB553868C}" type="presParOf" srcId="{5F50FD42-3B8E-47DC-88D7-56B8C4CB53CA}" destId="{23650338-D36D-4B70-B809-12BE40E42C42}" srcOrd="10" destOrd="0" presId="urn:microsoft.com/office/officeart/2018/2/layout/IconVerticalSolidList"/>
    <dgm:cxn modelId="{FED64607-746C-4A5E-A8EE-6414CAB01FDC}" type="presParOf" srcId="{23650338-D36D-4B70-B809-12BE40E42C42}" destId="{D272219F-7B5B-4D50-BFA3-3AB46832D840}" srcOrd="0" destOrd="0" presId="urn:microsoft.com/office/officeart/2018/2/layout/IconVerticalSolidList"/>
    <dgm:cxn modelId="{062B3C21-710B-4421-8CAB-104BD353DF43}" type="presParOf" srcId="{23650338-D36D-4B70-B809-12BE40E42C42}" destId="{D3D2B368-F80B-4FEC-AC09-A8CFB7E1FD0A}" srcOrd="1" destOrd="0" presId="urn:microsoft.com/office/officeart/2018/2/layout/IconVerticalSolidList"/>
    <dgm:cxn modelId="{0373EE43-C0A6-48CD-872D-F62D7044995F}" type="presParOf" srcId="{23650338-D36D-4B70-B809-12BE40E42C42}" destId="{37E14C9C-74E6-444D-80ED-7AD78DFB3F0E}" srcOrd="2" destOrd="0" presId="urn:microsoft.com/office/officeart/2018/2/layout/IconVerticalSolidList"/>
    <dgm:cxn modelId="{5502C90E-116C-4368-8ADD-88A395BA22C0}" type="presParOf" srcId="{23650338-D36D-4B70-B809-12BE40E42C42}" destId="{864F6DE8-DAB0-44ED-8EF4-99C749C3240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DE216CC1-F571-4648-B90F-8793A690CB18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78C126C0-3B52-4C12-80E5-EACD41627D5C}">
      <dgm:prSet/>
      <dgm:spPr/>
      <dgm:t>
        <a:bodyPr/>
        <a:lstStyle/>
        <a:p>
          <a:r>
            <a:rPr lang="en-US"/>
            <a:t>Phase 1  Planning          Designed states and features</a:t>
          </a:r>
        </a:p>
      </dgm:t>
    </dgm:pt>
    <dgm:pt modelId="{0BFBBFF7-51CD-4571-9D46-48CA64BD4178}" type="parTrans" cxnId="{C967AF2D-F683-4B71-B7C8-E2ABE99C67D1}">
      <dgm:prSet/>
      <dgm:spPr/>
      <dgm:t>
        <a:bodyPr/>
        <a:lstStyle/>
        <a:p>
          <a:endParaRPr lang="en-US"/>
        </a:p>
      </dgm:t>
    </dgm:pt>
    <dgm:pt modelId="{8E9D2DCE-06C2-4065-ACDF-0005601EC642}" type="sibTrans" cxnId="{C967AF2D-F683-4B71-B7C8-E2ABE99C67D1}">
      <dgm:prSet/>
      <dgm:spPr/>
      <dgm:t>
        <a:bodyPr/>
        <a:lstStyle/>
        <a:p>
          <a:endParaRPr lang="en-US"/>
        </a:p>
      </dgm:t>
    </dgm:pt>
    <dgm:pt modelId="{9F8B3953-55CB-4971-8B02-F8B214046A7F}">
      <dgm:prSet/>
      <dgm:spPr/>
      <dgm:t>
        <a:bodyPr/>
        <a:lstStyle/>
        <a:p>
          <a:r>
            <a:rPr lang="en-US"/>
            <a:t>Phase 2  Project Setup     Vite + TypeScript + Azure</a:t>
          </a:r>
        </a:p>
      </dgm:t>
    </dgm:pt>
    <dgm:pt modelId="{C7F92DDC-3B49-44FE-8689-782F46CA3D3F}" type="parTrans" cxnId="{265DDA3F-4CA9-4C59-BF14-1F982966B034}">
      <dgm:prSet/>
      <dgm:spPr/>
      <dgm:t>
        <a:bodyPr/>
        <a:lstStyle/>
        <a:p>
          <a:endParaRPr lang="en-US"/>
        </a:p>
      </dgm:t>
    </dgm:pt>
    <dgm:pt modelId="{44E6E6B5-D3BC-409B-9BCC-CA3ACA01FFD3}" type="sibTrans" cxnId="{265DDA3F-4CA9-4C59-BF14-1F982966B034}">
      <dgm:prSet/>
      <dgm:spPr/>
      <dgm:t>
        <a:bodyPr/>
        <a:lstStyle/>
        <a:p>
          <a:endParaRPr lang="en-US"/>
        </a:p>
      </dgm:t>
    </dgm:pt>
    <dgm:pt modelId="{0E629E72-D1C8-4FD6-8B03-ED0C7C6D20D2}">
      <dgm:prSet/>
      <dgm:spPr/>
      <dgm:t>
        <a:bodyPr/>
        <a:lstStyle/>
        <a:p>
          <a:r>
            <a:rPr lang="en-US"/>
            <a:t>Phase </a:t>
          </a:r>
          <a:r>
            <a:rPr lang="en-US">
              <a:latin typeface="Trebuchet MS" panose="020B0603020202020204"/>
            </a:rPr>
            <a:t>3</a:t>
          </a:r>
          <a:r>
            <a:rPr lang="en-US"/>
            <a:t>  Core Game Logic   Levels, feedback, win/lose</a:t>
          </a:r>
        </a:p>
      </dgm:t>
    </dgm:pt>
    <dgm:pt modelId="{FED4E899-9283-45DA-9108-405C76637DF6}" type="parTrans" cxnId="{586004BE-2EAF-4802-B00B-9124895A1D07}">
      <dgm:prSet/>
      <dgm:spPr/>
      <dgm:t>
        <a:bodyPr/>
        <a:lstStyle/>
        <a:p>
          <a:endParaRPr lang="en-US"/>
        </a:p>
      </dgm:t>
    </dgm:pt>
    <dgm:pt modelId="{90080D47-1582-40BE-A859-870BEDC22AD8}" type="sibTrans" cxnId="{586004BE-2EAF-4802-B00B-9124895A1D07}">
      <dgm:prSet/>
      <dgm:spPr/>
      <dgm:t>
        <a:bodyPr/>
        <a:lstStyle/>
        <a:p>
          <a:endParaRPr lang="en-US"/>
        </a:p>
      </dgm:t>
    </dgm:pt>
    <dgm:pt modelId="{602B89C3-6D8E-464C-84E4-39444B503F9C}">
      <dgm:prSet/>
      <dgm:spPr/>
      <dgm:t>
        <a:bodyPr/>
        <a:lstStyle/>
        <a:p>
          <a:r>
            <a:rPr lang="en-US"/>
            <a:t>Phase </a:t>
          </a:r>
          <a:r>
            <a:rPr lang="en-US">
              <a:latin typeface="Trebuchet MS" panose="020B0603020202020204"/>
            </a:rPr>
            <a:t>4</a:t>
          </a:r>
          <a:r>
            <a:rPr lang="en-US"/>
            <a:t>  Extra Features    Hints, auto hint, score</a:t>
          </a:r>
        </a:p>
      </dgm:t>
    </dgm:pt>
    <dgm:pt modelId="{F019CF0E-FD46-49BC-82FE-E0296C95C1C9}" type="parTrans" cxnId="{5C2520C4-2E74-4F28-B9B4-430EFAA9DE1D}">
      <dgm:prSet/>
      <dgm:spPr/>
      <dgm:t>
        <a:bodyPr/>
        <a:lstStyle/>
        <a:p>
          <a:endParaRPr lang="en-US"/>
        </a:p>
      </dgm:t>
    </dgm:pt>
    <dgm:pt modelId="{14B7E721-26B0-4E9A-99A4-862E6D3F5C16}" type="sibTrans" cxnId="{5C2520C4-2E74-4F28-B9B4-430EFAA9DE1D}">
      <dgm:prSet/>
      <dgm:spPr/>
      <dgm:t>
        <a:bodyPr/>
        <a:lstStyle/>
        <a:p>
          <a:endParaRPr lang="en-US"/>
        </a:p>
      </dgm:t>
    </dgm:pt>
    <dgm:pt modelId="{44BA5E87-283E-478D-BB1C-097C3841DAED}">
      <dgm:prSet/>
      <dgm:spPr/>
      <dgm:t>
        <a:bodyPr/>
        <a:lstStyle/>
        <a:p>
          <a:r>
            <a:rPr lang="en-US"/>
            <a:t>Phase </a:t>
          </a:r>
          <a:r>
            <a:rPr lang="en-US">
              <a:latin typeface="Trebuchet MS" panose="020B0603020202020204"/>
            </a:rPr>
            <a:t>5</a:t>
          </a:r>
          <a:r>
            <a:rPr lang="en-US"/>
            <a:t>  NLU Integration   Azure CLU — 9 intents trained</a:t>
          </a:r>
        </a:p>
      </dgm:t>
    </dgm:pt>
    <dgm:pt modelId="{8AE20414-4E78-4E37-8227-058181E4F175}" type="parTrans" cxnId="{A8233EF0-90CC-4C95-B877-AD10E80A465A}">
      <dgm:prSet/>
      <dgm:spPr/>
      <dgm:t>
        <a:bodyPr/>
        <a:lstStyle/>
        <a:p>
          <a:endParaRPr lang="en-US"/>
        </a:p>
      </dgm:t>
    </dgm:pt>
    <dgm:pt modelId="{1F9B9EAE-764D-4A70-8434-1C5B4353FEA2}" type="sibTrans" cxnId="{A8233EF0-90CC-4C95-B877-AD10E80A465A}">
      <dgm:prSet/>
      <dgm:spPr/>
      <dgm:t>
        <a:bodyPr/>
        <a:lstStyle/>
        <a:p>
          <a:endParaRPr lang="en-US"/>
        </a:p>
      </dgm:t>
    </dgm:pt>
    <dgm:pt modelId="{5737920B-FBF0-45C5-8052-1783B1680702}">
      <dgm:prSet/>
      <dgm:spPr/>
      <dgm:t>
        <a:bodyPr/>
        <a:lstStyle/>
        <a:p>
          <a:r>
            <a:rPr lang="en-US"/>
            <a:t>Phase </a:t>
          </a:r>
          <a:r>
            <a:rPr lang="en-US">
              <a:latin typeface="Trebuchet MS" panose="020B0603020202020204"/>
            </a:rPr>
            <a:t>6</a:t>
          </a:r>
          <a:r>
            <a:rPr lang="en-US"/>
            <a:t>  UI &amp; Display      Background, pips, score bar</a:t>
          </a:r>
        </a:p>
      </dgm:t>
    </dgm:pt>
    <dgm:pt modelId="{400EE68F-660A-4B63-B629-4622A6EF555F}" type="parTrans" cxnId="{35F866BD-6C7B-41E3-9BDB-2A1177ACD236}">
      <dgm:prSet/>
      <dgm:spPr/>
      <dgm:t>
        <a:bodyPr/>
        <a:lstStyle/>
        <a:p>
          <a:endParaRPr lang="en-US"/>
        </a:p>
      </dgm:t>
    </dgm:pt>
    <dgm:pt modelId="{4073BB45-F668-43E9-9BA8-F45B759E2663}" type="sibTrans" cxnId="{35F866BD-6C7B-41E3-9BDB-2A1177ACD236}">
      <dgm:prSet/>
      <dgm:spPr/>
      <dgm:t>
        <a:bodyPr/>
        <a:lstStyle/>
        <a:p>
          <a:endParaRPr lang="en-US"/>
        </a:p>
      </dgm:t>
    </dgm:pt>
    <dgm:pt modelId="{34B04321-6004-4DA2-80A9-483F06476211}">
      <dgm:prSet/>
      <dgm:spPr/>
      <dgm:t>
        <a:bodyPr/>
        <a:lstStyle/>
        <a:p>
          <a:r>
            <a:rPr lang="en-US"/>
            <a:t>Phase </a:t>
          </a:r>
          <a:r>
            <a:rPr lang="en-US">
              <a:latin typeface="Trebuchet MS" panose="020B0603020202020204"/>
            </a:rPr>
            <a:t>7</a:t>
          </a:r>
          <a:r>
            <a:rPr lang="en-US"/>
            <a:t>  Bug Fixes         Endpoint, timer, ASR issues</a:t>
          </a:r>
        </a:p>
      </dgm:t>
    </dgm:pt>
    <dgm:pt modelId="{6BDD9B6E-0287-47E9-BAB5-F7EE1A389752}" type="parTrans" cxnId="{627191C5-A119-4865-93F9-F20330E0151D}">
      <dgm:prSet/>
      <dgm:spPr/>
      <dgm:t>
        <a:bodyPr/>
        <a:lstStyle/>
        <a:p>
          <a:endParaRPr lang="en-US"/>
        </a:p>
      </dgm:t>
    </dgm:pt>
    <dgm:pt modelId="{1FC3F5D7-2099-4B59-9504-6209061BB67A}" type="sibTrans" cxnId="{627191C5-A119-4865-93F9-F20330E0151D}">
      <dgm:prSet/>
      <dgm:spPr/>
      <dgm:t>
        <a:bodyPr/>
        <a:lstStyle/>
        <a:p>
          <a:endParaRPr lang="en-US"/>
        </a:p>
      </dgm:t>
    </dgm:pt>
    <dgm:pt modelId="{82F245D7-CF9A-4821-80DD-30D434222168}">
      <dgm:prSet/>
      <dgm:spPr/>
      <dgm:t>
        <a:bodyPr/>
        <a:lstStyle/>
        <a:p>
          <a:r>
            <a:rPr lang="en-US"/>
            <a:t>Phase </a:t>
          </a:r>
          <a:r>
            <a:rPr lang="en-US">
              <a:latin typeface="Trebuchet MS" panose="020B0603020202020204"/>
            </a:rPr>
            <a:t>8</a:t>
          </a:r>
          <a:r>
            <a:rPr lang="en-US"/>
            <a:t>  Final Polish      Clean code, comments, testing</a:t>
          </a:r>
        </a:p>
      </dgm:t>
    </dgm:pt>
    <dgm:pt modelId="{AB319AA2-F1F0-4A4D-8F85-5FBD77DC0A38}" type="parTrans" cxnId="{7D743137-2D9A-45AD-9EFE-378A82935080}">
      <dgm:prSet/>
      <dgm:spPr/>
      <dgm:t>
        <a:bodyPr/>
        <a:lstStyle/>
        <a:p>
          <a:endParaRPr lang="en-US"/>
        </a:p>
      </dgm:t>
    </dgm:pt>
    <dgm:pt modelId="{931E2FA5-2C8E-4037-9F6E-F69E05AB6A6F}" type="sibTrans" cxnId="{7D743137-2D9A-45AD-9EFE-378A82935080}">
      <dgm:prSet/>
      <dgm:spPr/>
      <dgm:t>
        <a:bodyPr/>
        <a:lstStyle/>
        <a:p>
          <a:endParaRPr lang="en-US"/>
        </a:p>
      </dgm:t>
    </dgm:pt>
    <dgm:pt modelId="{0F7A3CBD-01B5-4030-A524-27CCCD5277F2}">
      <dgm:prSet/>
      <dgm:spPr/>
      <dgm:t>
        <a:bodyPr/>
        <a:lstStyle/>
        <a:p>
          <a:r>
            <a:rPr lang="en-US"/>
            <a:t>Started simple → added features gradually → </a:t>
          </a:r>
        </a:p>
      </dgm:t>
    </dgm:pt>
    <dgm:pt modelId="{9AB6C41C-3F32-4A04-B721-5E71C7ED2471}" type="parTrans" cxnId="{C1ED5A62-3A2B-4CE6-A02E-F15334A0BD3A}">
      <dgm:prSet/>
      <dgm:spPr/>
      <dgm:t>
        <a:bodyPr/>
        <a:lstStyle/>
        <a:p>
          <a:endParaRPr lang="en-US"/>
        </a:p>
      </dgm:t>
    </dgm:pt>
    <dgm:pt modelId="{01D036CF-6C3D-4169-8CC2-A77DAD37AE1B}" type="sibTrans" cxnId="{C1ED5A62-3A2B-4CE6-A02E-F15334A0BD3A}">
      <dgm:prSet/>
      <dgm:spPr/>
      <dgm:t>
        <a:bodyPr/>
        <a:lstStyle/>
        <a:p>
          <a:endParaRPr lang="en-US"/>
        </a:p>
      </dgm:t>
    </dgm:pt>
    <dgm:pt modelId="{9F126EFF-D164-4DBD-8772-D89EFE297A0C}">
      <dgm:prSet/>
      <dgm:spPr/>
      <dgm:t>
        <a:bodyPr/>
        <a:lstStyle/>
        <a:p>
          <a:r>
            <a:rPr lang="en-US"/>
            <a:t>tested each phase before moving to the next</a:t>
          </a:r>
        </a:p>
      </dgm:t>
    </dgm:pt>
    <dgm:pt modelId="{98C47BDC-8036-41DB-80B2-31C113D642FC}" type="parTrans" cxnId="{560660FC-53B1-4829-AC67-8CEDE2FC2052}">
      <dgm:prSet/>
      <dgm:spPr/>
      <dgm:t>
        <a:bodyPr/>
        <a:lstStyle/>
        <a:p>
          <a:endParaRPr lang="en-US"/>
        </a:p>
      </dgm:t>
    </dgm:pt>
    <dgm:pt modelId="{FDACC308-7593-447D-AB55-43D4572DD137}" type="sibTrans" cxnId="{560660FC-53B1-4829-AC67-8CEDE2FC2052}">
      <dgm:prSet/>
      <dgm:spPr/>
      <dgm:t>
        <a:bodyPr/>
        <a:lstStyle/>
        <a:p>
          <a:endParaRPr lang="en-US"/>
        </a:p>
      </dgm:t>
    </dgm:pt>
    <dgm:pt modelId="{0256C16C-4E29-4361-B644-0ADCA9D5DDC5}" type="pres">
      <dgm:prSet presAssocID="{DE216CC1-F571-4648-B90F-8793A690CB18}" presName="vert0" presStyleCnt="0">
        <dgm:presLayoutVars>
          <dgm:dir/>
          <dgm:animOne val="branch"/>
          <dgm:animLvl val="lvl"/>
        </dgm:presLayoutVars>
      </dgm:prSet>
      <dgm:spPr/>
    </dgm:pt>
    <dgm:pt modelId="{A65899A3-EFB0-404C-BEF4-9ADF0B0CCE20}" type="pres">
      <dgm:prSet presAssocID="{78C126C0-3B52-4C12-80E5-EACD41627D5C}" presName="thickLine" presStyleLbl="alignNode1" presStyleIdx="0" presStyleCnt="10"/>
      <dgm:spPr/>
    </dgm:pt>
    <dgm:pt modelId="{C91D272C-5BCA-4C1C-9884-B2379ADD35BC}" type="pres">
      <dgm:prSet presAssocID="{78C126C0-3B52-4C12-80E5-EACD41627D5C}" presName="horz1" presStyleCnt="0"/>
      <dgm:spPr/>
    </dgm:pt>
    <dgm:pt modelId="{B35B4B09-C952-4DFA-999B-E42DF5872D46}" type="pres">
      <dgm:prSet presAssocID="{78C126C0-3B52-4C12-80E5-EACD41627D5C}" presName="tx1" presStyleLbl="revTx" presStyleIdx="0" presStyleCnt="10"/>
      <dgm:spPr/>
    </dgm:pt>
    <dgm:pt modelId="{45AAC0E3-939F-4D7E-8AE1-55F79141F44D}" type="pres">
      <dgm:prSet presAssocID="{78C126C0-3B52-4C12-80E5-EACD41627D5C}" presName="vert1" presStyleCnt="0"/>
      <dgm:spPr/>
    </dgm:pt>
    <dgm:pt modelId="{E4938A30-5796-4581-84FE-C56FBBF4D750}" type="pres">
      <dgm:prSet presAssocID="{9F8B3953-55CB-4971-8B02-F8B214046A7F}" presName="thickLine" presStyleLbl="alignNode1" presStyleIdx="1" presStyleCnt="10"/>
      <dgm:spPr/>
    </dgm:pt>
    <dgm:pt modelId="{5BB5645F-2329-48BB-9B4C-D9BF5AB7DD1E}" type="pres">
      <dgm:prSet presAssocID="{9F8B3953-55CB-4971-8B02-F8B214046A7F}" presName="horz1" presStyleCnt="0"/>
      <dgm:spPr/>
    </dgm:pt>
    <dgm:pt modelId="{C2AEAB69-9FA2-41CB-85D0-5BA787BB7467}" type="pres">
      <dgm:prSet presAssocID="{9F8B3953-55CB-4971-8B02-F8B214046A7F}" presName="tx1" presStyleLbl="revTx" presStyleIdx="1" presStyleCnt="10"/>
      <dgm:spPr/>
    </dgm:pt>
    <dgm:pt modelId="{862063F5-D0AE-44E9-B012-1DBC2F4005A7}" type="pres">
      <dgm:prSet presAssocID="{9F8B3953-55CB-4971-8B02-F8B214046A7F}" presName="vert1" presStyleCnt="0"/>
      <dgm:spPr/>
    </dgm:pt>
    <dgm:pt modelId="{2EC90D45-41F6-4205-A067-52B52572ABBB}" type="pres">
      <dgm:prSet presAssocID="{0E629E72-D1C8-4FD6-8B03-ED0C7C6D20D2}" presName="thickLine" presStyleLbl="alignNode1" presStyleIdx="2" presStyleCnt="10"/>
      <dgm:spPr/>
    </dgm:pt>
    <dgm:pt modelId="{8E891F33-EE6A-4723-B4F1-9EA59522F2E1}" type="pres">
      <dgm:prSet presAssocID="{0E629E72-D1C8-4FD6-8B03-ED0C7C6D20D2}" presName="horz1" presStyleCnt="0"/>
      <dgm:spPr/>
    </dgm:pt>
    <dgm:pt modelId="{0EA4C687-D839-4C8E-BC22-E22CE7AD0A79}" type="pres">
      <dgm:prSet presAssocID="{0E629E72-D1C8-4FD6-8B03-ED0C7C6D20D2}" presName="tx1" presStyleLbl="revTx" presStyleIdx="2" presStyleCnt="10"/>
      <dgm:spPr/>
    </dgm:pt>
    <dgm:pt modelId="{4EE83ADD-8141-43AB-98D8-699D00C3286C}" type="pres">
      <dgm:prSet presAssocID="{0E629E72-D1C8-4FD6-8B03-ED0C7C6D20D2}" presName="vert1" presStyleCnt="0"/>
      <dgm:spPr/>
    </dgm:pt>
    <dgm:pt modelId="{B22316D3-9B54-493E-B0E1-BB45EAEF282F}" type="pres">
      <dgm:prSet presAssocID="{602B89C3-6D8E-464C-84E4-39444B503F9C}" presName="thickLine" presStyleLbl="alignNode1" presStyleIdx="3" presStyleCnt="10"/>
      <dgm:spPr/>
    </dgm:pt>
    <dgm:pt modelId="{D157F902-ED25-4B50-B4BA-FDFFE40D2B0D}" type="pres">
      <dgm:prSet presAssocID="{602B89C3-6D8E-464C-84E4-39444B503F9C}" presName="horz1" presStyleCnt="0"/>
      <dgm:spPr/>
    </dgm:pt>
    <dgm:pt modelId="{CC735ACB-F706-4B39-A13D-E5B9B80F8943}" type="pres">
      <dgm:prSet presAssocID="{602B89C3-6D8E-464C-84E4-39444B503F9C}" presName="tx1" presStyleLbl="revTx" presStyleIdx="3" presStyleCnt="10"/>
      <dgm:spPr/>
    </dgm:pt>
    <dgm:pt modelId="{312966D4-20CC-40D1-AC91-00D6E49E5850}" type="pres">
      <dgm:prSet presAssocID="{602B89C3-6D8E-464C-84E4-39444B503F9C}" presName="vert1" presStyleCnt="0"/>
      <dgm:spPr/>
    </dgm:pt>
    <dgm:pt modelId="{1BA5B504-F1F9-40FC-B188-386E1A587301}" type="pres">
      <dgm:prSet presAssocID="{44BA5E87-283E-478D-BB1C-097C3841DAED}" presName="thickLine" presStyleLbl="alignNode1" presStyleIdx="4" presStyleCnt="10"/>
      <dgm:spPr/>
    </dgm:pt>
    <dgm:pt modelId="{B1C32549-8F99-429E-BEA0-3A004E1D4CE8}" type="pres">
      <dgm:prSet presAssocID="{44BA5E87-283E-478D-BB1C-097C3841DAED}" presName="horz1" presStyleCnt="0"/>
      <dgm:spPr/>
    </dgm:pt>
    <dgm:pt modelId="{2A7E42C9-5668-4F41-80E4-4B495D0E6D17}" type="pres">
      <dgm:prSet presAssocID="{44BA5E87-283E-478D-BB1C-097C3841DAED}" presName="tx1" presStyleLbl="revTx" presStyleIdx="4" presStyleCnt="10"/>
      <dgm:spPr/>
    </dgm:pt>
    <dgm:pt modelId="{7801FDF4-27F4-4DB0-9BB5-12A12E6A9B0A}" type="pres">
      <dgm:prSet presAssocID="{44BA5E87-283E-478D-BB1C-097C3841DAED}" presName="vert1" presStyleCnt="0"/>
      <dgm:spPr/>
    </dgm:pt>
    <dgm:pt modelId="{9CFDC21F-58B3-4477-B427-5668D14916D9}" type="pres">
      <dgm:prSet presAssocID="{5737920B-FBF0-45C5-8052-1783B1680702}" presName="thickLine" presStyleLbl="alignNode1" presStyleIdx="5" presStyleCnt="10"/>
      <dgm:spPr/>
    </dgm:pt>
    <dgm:pt modelId="{3785E993-8E31-444C-AAE5-107823EA599C}" type="pres">
      <dgm:prSet presAssocID="{5737920B-FBF0-45C5-8052-1783B1680702}" presName="horz1" presStyleCnt="0"/>
      <dgm:spPr/>
    </dgm:pt>
    <dgm:pt modelId="{80B4AAB8-3BF8-4751-A485-E09771D24500}" type="pres">
      <dgm:prSet presAssocID="{5737920B-FBF0-45C5-8052-1783B1680702}" presName="tx1" presStyleLbl="revTx" presStyleIdx="5" presStyleCnt="10"/>
      <dgm:spPr/>
    </dgm:pt>
    <dgm:pt modelId="{4F7CA168-4683-4B8F-906A-D0CA01B6C297}" type="pres">
      <dgm:prSet presAssocID="{5737920B-FBF0-45C5-8052-1783B1680702}" presName="vert1" presStyleCnt="0"/>
      <dgm:spPr/>
    </dgm:pt>
    <dgm:pt modelId="{70705512-F4E0-4B08-AF2B-8AC33471D929}" type="pres">
      <dgm:prSet presAssocID="{34B04321-6004-4DA2-80A9-483F06476211}" presName="thickLine" presStyleLbl="alignNode1" presStyleIdx="6" presStyleCnt="10"/>
      <dgm:spPr/>
    </dgm:pt>
    <dgm:pt modelId="{8C4448C4-18FF-4286-8AEF-AD6BB3FC2B9E}" type="pres">
      <dgm:prSet presAssocID="{34B04321-6004-4DA2-80A9-483F06476211}" presName="horz1" presStyleCnt="0"/>
      <dgm:spPr/>
    </dgm:pt>
    <dgm:pt modelId="{8D8EB540-1078-417F-B174-0483A6486846}" type="pres">
      <dgm:prSet presAssocID="{34B04321-6004-4DA2-80A9-483F06476211}" presName="tx1" presStyleLbl="revTx" presStyleIdx="6" presStyleCnt="10"/>
      <dgm:spPr/>
    </dgm:pt>
    <dgm:pt modelId="{5271187C-CF1E-4C02-868A-8789DB6FBC04}" type="pres">
      <dgm:prSet presAssocID="{34B04321-6004-4DA2-80A9-483F06476211}" presName="vert1" presStyleCnt="0"/>
      <dgm:spPr/>
    </dgm:pt>
    <dgm:pt modelId="{69D2D682-711B-432E-A97A-229FFF459FEC}" type="pres">
      <dgm:prSet presAssocID="{82F245D7-CF9A-4821-80DD-30D434222168}" presName="thickLine" presStyleLbl="alignNode1" presStyleIdx="7" presStyleCnt="10"/>
      <dgm:spPr/>
    </dgm:pt>
    <dgm:pt modelId="{140FA34B-21FC-4A94-B257-FE9328EE10F0}" type="pres">
      <dgm:prSet presAssocID="{82F245D7-CF9A-4821-80DD-30D434222168}" presName="horz1" presStyleCnt="0"/>
      <dgm:spPr/>
    </dgm:pt>
    <dgm:pt modelId="{D1448C77-E9F2-422D-A10A-7F7F8A8E0B05}" type="pres">
      <dgm:prSet presAssocID="{82F245D7-CF9A-4821-80DD-30D434222168}" presName="tx1" presStyleLbl="revTx" presStyleIdx="7" presStyleCnt="10"/>
      <dgm:spPr/>
    </dgm:pt>
    <dgm:pt modelId="{323F0063-30EB-4428-AB86-1E51C06AE798}" type="pres">
      <dgm:prSet presAssocID="{82F245D7-CF9A-4821-80DD-30D434222168}" presName="vert1" presStyleCnt="0"/>
      <dgm:spPr/>
    </dgm:pt>
    <dgm:pt modelId="{36770839-760D-437D-BD82-8DE5A66DA335}" type="pres">
      <dgm:prSet presAssocID="{0F7A3CBD-01B5-4030-A524-27CCCD5277F2}" presName="thickLine" presStyleLbl="alignNode1" presStyleIdx="8" presStyleCnt="10"/>
      <dgm:spPr/>
    </dgm:pt>
    <dgm:pt modelId="{A9176038-24F1-4695-833A-1E20443161B6}" type="pres">
      <dgm:prSet presAssocID="{0F7A3CBD-01B5-4030-A524-27CCCD5277F2}" presName="horz1" presStyleCnt="0"/>
      <dgm:spPr/>
    </dgm:pt>
    <dgm:pt modelId="{13736DD3-74FF-498E-9B96-08E7A3EBFABD}" type="pres">
      <dgm:prSet presAssocID="{0F7A3CBD-01B5-4030-A524-27CCCD5277F2}" presName="tx1" presStyleLbl="revTx" presStyleIdx="8" presStyleCnt="10"/>
      <dgm:spPr/>
    </dgm:pt>
    <dgm:pt modelId="{89809E4C-CAD8-4D99-931A-1056C016E000}" type="pres">
      <dgm:prSet presAssocID="{0F7A3CBD-01B5-4030-A524-27CCCD5277F2}" presName="vert1" presStyleCnt="0"/>
      <dgm:spPr/>
    </dgm:pt>
    <dgm:pt modelId="{145E4196-0398-4CDA-84A3-7BE899878950}" type="pres">
      <dgm:prSet presAssocID="{9F126EFF-D164-4DBD-8772-D89EFE297A0C}" presName="thickLine" presStyleLbl="alignNode1" presStyleIdx="9" presStyleCnt="10"/>
      <dgm:spPr/>
    </dgm:pt>
    <dgm:pt modelId="{52E38B59-0CE1-4197-AAD9-A190864429AC}" type="pres">
      <dgm:prSet presAssocID="{9F126EFF-D164-4DBD-8772-D89EFE297A0C}" presName="horz1" presStyleCnt="0"/>
      <dgm:spPr/>
    </dgm:pt>
    <dgm:pt modelId="{644B8544-279B-46E7-BBC3-4BCA1619F0BE}" type="pres">
      <dgm:prSet presAssocID="{9F126EFF-D164-4DBD-8772-D89EFE297A0C}" presName="tx1" presStyleLbl="revTx" presStyleIdx="9" presStyleCnt="10"/>
      <dgm:spPr/>
    </dgm:pt>
    <dgm:pt modelId="{ADCCBE55-2C6C-4F88-9E07-D700FB71A32C}" type="pres">
      <dgm:prSet presAssocID="{9F126EFF-D164-4DBD-8772-D89EFE297A0C}" presName="vert1" presStyleCnt="0"/>
      <dgm:spPr/>
    </dgm:pt>
  </dgm:ptLst>
  <dgm:cxnLst>
    <dgm:cxn modelId="{C967AF2D-F683-4B71-B7C8-E2ABE99C67D1}" srcId="{DE216CC1-F571-4648-B90F-8793A690CB18}" destId="{78C126C0-3B52-4C12-80E5-EACD41627D5C}" srcOrd="0" destOrd="0" parTransId="{0BFBBFF7-51CD-4571-9D46-48CA64BD4178}" sibTransId="{8E9D2DCE-06C2-4065-ACDF-0005601EC642}"/>
    <dgm:cxn modelId="{7D743137-2D9A-45AD-9EFE-378A82935080}" srcId="{DE216CC1-F571-4648-B90F-8793A690CB18}" destId="{82F245D7-CF9A-4821-80DD-30D434222168}" srcOrd="7" destOrd="0" parTransId="{AB319AA2-F1F0-4A4D-8F85-5FBD77DC0A38}" sibTransId="{931E2FA5-2C8E-4037-9F6E-F69E05AB6A6F}"/>
    <dgm:cxn modelId="{5745633D-DA45-4ADA-A2D0-AD927FF31B79}" type="presOf" srcId="{9F126EFF-D164-4DBD-8772-D89EFE297A0C}" destId="{644B8544-279B-46E7-BBC3-4BCA1619F0BE}" srcOrd="0" destOrd="0" presId="urn:microsoft.com/office/officeart/2008/layout/LinedList"/>
    <dgm:cxn modelId="{9486673F-EA2E-4A96-98EF-32EB8AF4221B}" type="presOf" srcId="{0F7A3CBD-01B5-4030-A524-27CCCD5277F2}" destId="{13736DD3-74FF-498E-9B96-08E7A3EBFABD}" srcOrd="0" destOrd="0" presId="urn:microsoft.com/office/officeart/2008/layout/LinedList"/>
    <dgm:cxn modelId="{265DDA3F-4CA9-4C59-BF14-1F982966B034}" srcId="{DE216CC1-F571-4648-B90F-8793A690CB18}" destId="{9F8B3953-55CB-4971-8B02-F8B214046A7F}" srcOrd="1" destOrd="0" parTransId="{C7F92DDC-3B49-44FE-8689-782F46CA3D3F}" sibTransId="{44E6E6B5-D3BC-409B-9BCC-CA3ACA01FFD3}"/>
    <dgm:cxn modelId="{91E8AC61-4A44-4835-9DB3-E9C9D825C5D6}" type="presOf" srcId="{DE216CC1-F571-4648-B90F-8793A690CB18}" destId="{0256C16C-4E29-4361-B644-0ADCA9D5DDC5}" srcOrd="0" destOrd="0" presId="urn:microsoft.com/office/officeart/2008/layout/LinedList"/>
    <dgm:cxn modelId="{C1ED5A62-3A2B-4CE6-A02E-F15334A0BD3A}" srcId="{DE216CC1-F571-4648-B90F-8793A690CB18}" destId="{0F7A3CBD-01B5-4030-A524-27CCCD5277F2}" srcOrd="8" destOrd="0" parTransId="{9AB6C41C-3F32-4A04-B721-5E71C7ED2471}" sibTransId="{01D036CF-6C3D-4169-8CC2-A77DAD37AE1B}"/>
    <dgm:cxn modelId="{0987F793-CA13-4953-97C4-5E53F9102068}" type="presOf" srcId="{34B04321-6004-4DA2-80A9-483F06476211}" destId="{8D8EB540-1078-417F-B174-0483A6486846}" srcOrd="0" destOrd="0" presId="urn:microsoft.com/office/officeart/2008/layout/LinedList"/>
    <dgm:cxn modelId="{B6F8659C-93B0-4038-BAFC-3F4730EBCBE6}" type="presOf" srcId="{602B89C3-6D8E-464C-84E4-39444B503F9C}" destId="{CC735ACB-F706-4B39-A13D-E5B9B80F8943}" srcOrd="0" destOrd="0" presId="urn:microsoft.com/office/officeart/2008/layout/LinedList"/>
    <dgm:cxn modelId="{3533899D-F85C-4AA8-A0AE-2E3A00C6304B}" type="presOf" srcId="{78C126C0-3B52-4C12-80E5-EACD41627D5C}" destId="{B35B4B09-C952-4DFA-999B-E42DF5872D46}" srcOrd="0" destOrd="0" presId="urn:microsoft.com/office/officeart/2008/layout/LinedList"/>
    <dgm:cxn modelId="{D56577AD-DD58-4AD0-9893-AA1E71AEEC63}" type="presOf" srcId="{0E629E72-D1C8-4FD6-8B03-ED0C7C6D20D2}" destId="{0EA4C687-D839-4C8E-BC22-E22CE7AD0A79}" srcOrd="0" destOrd="0" presId="urn:microsoft.com/office/officeart/2008/layout/LinedList"/>
    <dgm:cxn modelId="{35F866BD-6C7B-41E3-9BDB-2A1177ACD236}" srcId="{DE216CC1-F571-4648-B90F-8793A690CB18}" destId="{5737920B-FBF0-45C5-8052-1783B1680702}" srcOrd="5" destOrd="0" parTransId="{400EE68F-660A-4B63-B629-4622A6EF555F}" sibTransId="{4073BB45-F668-43E9-9BA8-F45B759E2663}"/>
    <dgm:cxn modelId="{586004BE-2EAF-4802-B00B-9124895A1D07}" srcId="{DE216CC1-F571-4648-B90F-8793A690CB18}" destId="{0E629E72-D1C8-4FD6-8B03-ED0C7C6D20D2}" srcOrd="2" destOrd="0" parTransId="{FED4E899-9283-45DA-9108-405C76637DF6}" sibTransId="{90080D47-1582-40BE-A859-870BEDC22AD8}"/>
    <dgm:cxn modelId="{5C2520C4-2E74-4F28-B9B4-430EFAA9DE1D}" srcId="{DE216CC1-F571-4648-B90F-8793A690CB18}" destId="{602B89C3-6D8E-464C-84E4-39444B503F9C}" srcOrd="3" destOrd="0" parTransId="{F019CF0E-FD46-49BC-82FE-E0296C95C1C9}" sibTransId="{14B7E721-26B0-4E9A-99A4-862E6D3F5C16}"/>
    <dgm:cxn modelId="{627191C5-A119-4865-93F9-F20330E0151D}" srcId="{DE216CC1-F571-4648-B90F-8793A690CB18}" destId="{34B04321-6004-4DA2-80A9-483F06476211}" srcOrd="6" destOrd="0" parTransId="{6BDD9B6E-0287-47E9-BAB5-F7EE1A389752}" sibTransId="{1FC3F5D7-2099-4B59-9504-6209061BB67A}"/>
    <dgm:cxn modelId="{4ABB1DE2-5317-4903-9D12-2632FFFC9BD4}" type="presOf" srcId="{9F8B3953-55CB-4971-8B02-F8B214046A7F}" destId="{C2AEAB69-9FA2-41CB-85D0-5BA787BB7467}" srcOrd="0" destOrd="0" presId="urn:microsoft.com/office/officeart/2008/layout/LinedList"/>
    <dgm:cxn modelId="{B668B0E5-3776-40CA-9616-D6C32D506062}" type="presOf" srcId="{82F245D7-CF9A-4821-80DD-30D434222168}" destId="{D1448C77-E9F2-422D-A10A-7F7F8A8E0B05}" srcOrd="0" destOrd="0" presId="urn:microsoft.com/office/officeart/2008/layout/LinedList"/>
    <dgm:cxn modelId="{5DA63AE6-63F4-4421-9402-BB8ED08F4723}" type="presOf" srcId="{44BA5E87-283E-478D-BB1C-097C3841DAED}" destId="{2A7E42C9-5668-4F41-80E4-4B495D0E6D17}" srcOrd="0" destOrd="0" presId="urn:microsoft.com/office/officeart/2008/layout/LinedList"/>
    <dgm:cxn modelId="{02A398EC-C212-4D95-B6CE-2619097B3B2D}" type="presOf" srcId="{5737920B-FBF0-45C5-8052-1783B1680702}" destId="{80B4AAB8-3BF8-4751-A485-E09771D24500}" srcOrd="0" destOrd="0" presId="urn:microsoft.com/office/officeart/2008/layout/LinedList"/>
    <dgm:cxn modelId="{A8233EF0-90CC-4C95-B877-AD10E80A465A}" srcId="{DE216CC1-F571-4648-B90F-8793A690CB18}" destId="{44BA5E87-283E-478D-BB1C-097C3841DAED}" srcOrd="4" destOrd="0" parTransId="{8AE20414-4E78-4E37-8227-058181E4F175}" sibTransId="{1F9B9EAE-764D-4A70-8434-1C5B4353FEA2}"/>
    <dgm:cxn modelId="{560660FC-53B1-4829-AC67-8CEDE2FC2052}" srcId="{DE216CC1-F571-4648-B90F-8793A690CB18}" destId="{9F126EFF-D164-4DBD-8772-D89EFE297A0C}" srcOrd="9" destOrd="0" parTransId="{98C47BDC-8036-41DB-80B2-31C113D642FC}" sibTransId="{FDACC308-7593-447D-AB55-43D4572DD137}"/>
    <dgm:cxn modelId="{BE77730F-648E-4B5C-BB5B-CC075BE3A34D}" type="presParOf" srcId="{0256C16C-4E29-4361-B644-0ADCA9D5DDC5}" destId="{A65899A3-EFB0-404C-BEF4-9ADF0B0CCE20}" srcOrd="0" destOrd="0" presId="urn:microsoft.com/office/officeart/2008/layout/LinedList"/>
    <dgm:cxn modelId="{0D90187A-AF2F-4EE0-B525-5F722E077712}" type="presParOf" srcId="{0256C16C-4E29-4361-B644-0ADCA9D5DDC5}" destId="{C91D272C-5BCA-4C1C-9884-B2379ADD35BC}" srcOrd="1" destOrd="0" presId="urn:microsoft.com/office/officeart/2008/layout/LinedList"/>
    <dgm:cxn modelId="{A3E57444-866D-4E54-95E3-71DF687F9748}" type="presParOf" srcId="{C91D272C-5BCA-4C1C-9884-B2379ADD35BC}" destId="{B35B4B09-C952-4DFA-999B-E42DF5872D46}" srcOrd="0" destOrd="0" presId="urn:microsoft.com/office/officeart/2008/layout/LinedList"/>
    <dgm:cxn modelId="{DBC4A648-7CD1-4897-BC33-7CAA7EFFD2C3}" type="presParOf" srcId="{C91D272C-5BCA-4C1C-9884-B2379ADD35BC}" destId="{45AAC0E3-939F-4D7E-8AE1-55F79141F44D}" srcOrd="1" destOrd="0" presId="urn:microsoft.com/office/officeart/2008/layout/LinedList"/>
    <dgm:cxn modelId="{D79CCA77-9695-48DE-BC37-99E3A261E5EA}" type="presParOf" srcId="{0256C16C-4E29-4361-B644-0ADCA9D5DDC5}" destId="{E4938A30-5796-4581-84FE-C56FBBF4D750}" srcOrd="2" destOrd="0" presId="urn:microsoft.com/office/officeart/2008/layout/LinedList"/>
    <dgm:cxn modelId="{B216785C-80D4-4378-B6A2-B9F5D4726C16}" type="presParOf" srcId="{0256C16C-4E29-4361-B644-0ADCA9D5DDC5}" destId="{5BB5645F-2329-48BB-9B4C-D9BF5AB7DD1E}" srcOrd="3" destOrd="0" presId="urn:microsoft.com/office/officeart/2008/layout/LinedList"/>
    <dgm:cxn modelId="{0B9F5B2B-EF22-421E-B997-A2FA598C3853}" type="presParOf" srcId="{5BB5645F-2329-48BB-9B4C-D9BF5AB7DD1E}" destId="{C2AEAB69-9FA2-41CB-85D0-5BA787BB7467}" srcOrd="0" destOrd="0" presId="urn:microsoft.com/office/officeart/2008/layout/LinedList"/>
    <dgm:cxn modelId="{DBD8349F-A69D-4F7E-9EEA-059C87CC4AAC}" type="presParOf" srcId="{5BB5645F-2329-48BB-9B4C-D9BF5AB7DD1E}" destId="{862063F5-D0AE-44E9-B012-1DBC2F4005A7}" srcOrd="1" destOrd="0" presId="urn:microsoft.com/office/officeart/2008/layout/LinedList"/>
    <dgm:cxn modelId="{3EDBDEB5-A87E-41DD-AC4B-62D6ADA98434}" type="presParOf" srcId="{0256C16C-4E29-4361-B644-0ADCA9D5DDC5}" destId="{2EC90D45-41F6-4205-A067-52B52572ABBB}" srcOrd="4" destOrd="0" presId="urn:microsoft.com/office/officeart/2008/layout/LinedList"/>
    <dgm:cxn modelId="{803569D3-9C37-4731-BC63-4F7DAF82706E}" type="presParOf" srcId="{0256C16C-4E29-4361-B644-0ADCA9D5DDC5}" destId="{8E891F33-EE6A-4723-B4F1-9EA59522F2E1}" srcOrd="5" destOrd="0" presId="urn:microsoft.com/office/officeart/2008/layout/LinedList"/>
    <dgm:cxn modelId="{0FB71B1B-C4DF-4507-A86E-61EBAF0140CF}" type="presParOf" srcId="{8E891F33-EE6A-4723-B4F1-9EA59522F2E1}" destId="{0EA4C687-D839-4C8E-BC22-E22CE7AD0A79}" srcOrd="0" destOrd="0" presId="urn:microsoft.com/office/officeart/2008/layout/LinedList"/>
    <dgm:cxn modelId="{9F78EC5E-2C3B-4E0A-9B3A-78E0A6BDED16}" type="presParOf" srcId="{8E891F33-EE6A-4723-B4F1-9EA59522F2E1}" destId="{4EE83ADD-8141-43AB-98D8-699D00C3286C}" srcOrd="1" destOrd="0" presId="urn:microsoft.com/office/officeart/2008/layout/LinedList"/>
    <dgm:cxn modelId="{79B1B834-ADDB-4A36-9CA6-FEA3155DAF69}" type="presParOf" srcId="{0256C16C-4E29-4361-B644-0ADCA9D5DDC5}" destId="{B22316D3-9B54-493E-B0E1-BB45EAEF282F}" srcOrd="6" destOrd="0" presId="urn:microsoft.com/office/officeart/2008/layout/LinedList"/>
    <dgm:cxn modelId="{08869BE2-F3F9-4D7A-A6A4-04D35739B056}" type="presParOf" srcId="{0256C16C-4E29-4361-B644-0ADCA9D5DDC5}" destId="{D157F902-ED25-4B50-B4BA-FDFFE40D2B0D}" srcOrd="7" destOrd="0" presId="urn:microsoft.com/office/officeart/2008/layout/LinedList"/>
    <dgm:cxn modelId="{9267556D-BB06-4443-87F7-B5E500B1AA83}" type="presParOf" srcId="{D157F902-ED25-4B50-B4BA-FDFFE40D2B0D}" destId="{CC735ACB-F706-4B39-A13D-E5B9B80F8943}" srcOrd="0" destOrd="0" presId="urn:microsoft.com/office/officeart/2008/layout/LinedList"/>
    <dgm:cxn modelId="{48F1EAC5-140A-4BDF-BA0F-8B29462CCD88}" type="presParOf" srcId="{D157F902-ED25-4B50-B4BA-FDFFE40D2B0D}" destId="{312966D4-20CC-40D1-AC91-00D6E49E5850}" srcOrd="1" destOrd="0" presId="urn:microsoft.com/office/officeart/2008/layout/LinedList"/>
    <dgm:cxn modelId="{350E80B7-2002-4866-9588-57E596292BCC}" type="presParOf" srcId="{0256C16C-4E29-4361-B644-0ADCA9D5DDC5}" destId="{1BA5B504-F1F9-40FC-B188-386E1A587301}" srcOrd="8" destOrd="0" presId="urn:microsoft.com/office/officeart/2008/layout/LinedList"/>
    <dgm:cxn modelId="{F962926F-5B52-4440-8266-4F3EA7462E70}" type="presParOf" srcId="{0256C16C-4E29-4361-B644-0ADCA9D5DDC5}" destId="{B1C32549-8F99-429E-BEA0-3A004E1D4CE8}" srcOrd="9" destOrd="0" presId="urn:microsoft.com/office/officeart/2008/layout/LinedList"/>
    <dgm:cxn modelId="{E3DF30D4-5E18-4C63-A0D4-A67C42540135}" type="presParOf" srcId="{B1C32549-8F99-429E-BEA0-3A004E1D4CE8}" destId="{2A7E42C9-5668-4F41-80E4-4B495D0E6D17}" srcOrd="0" destOrd="0" presId="urn:microsoft.com/office/officeart/2008/layout/LinedList"/>
    <dgm:cxn modelId="{90778639-6727-411D-81EA-9DF2B88D946D}" type="presParOf" srcId="{B1C32549-8F99-429E-BEA0-3A004E1D4CE8}" destId="{7801FDF4-27F4-4DB0-9BB5-12A12E6A9B0A}" srcOrd="1" destOrd="0" presId="urn:microsoft.com/office/officeart/2008/layout/LinedList"/>
    <dgm:cxn modelId="{9D522D89-8603-404D-BF98-8E84ECB6EC71}" type="presParOf" srcId="{0256C16C-4E29-4361-B644-0ADCA9D5DDC5}" destId="{9CFDC21F-58B3-4477-B427-5668D14916D9}" srcOrd="10" destOrd="0" presId="urn:microsoft.com/office/officeart/2008/layout/LinedList"/>
    <dgm:cxn modelId="{D5A2AB4E-3175-4B1C-9F24-59DFB14C9E70}" type="presParOf" srcId="{0256C16C-4E29-4361-B644-0ADCA9D5DDC5}" destId="{3785E993-8E31-444C-AAE5-107823EA599C}" srcOrd="11" destOrd="0" presId="urn:microsoft.com/office/officeart/2008/layout/LinedList"/>
    <dgm:cxn modelId="{692AB42A-626F-4C97-A522-2404ADD60E78}" type="presParOf" srcId="{3785E993-8E31-444C-AAE5-107823EA599C}" destId="{80B4AAB8-3BF8-4751-A485-E09771D24500}" srcOrd="0" destOrd="0" presId="urn:microsoft.com/office/officeart/2008/layout/LinedList"/>
    <dgm:cxn modelId="{8324F871-C3C3-468F-B541-06488A2153BE}" type="presParOf" srcId="{3785E993-8E31-444C-AAE5-107823EA599C}" destId="{4F7CA168-4683-4B8F-906A-D0CA01B6C297}" srcOrd="1" destOrd="0" presId="urn:microsoft.com/office/officeart/2008/layout/LinedList"/>
    <dgm:cxn modelId="{21D354D6-AC61-4D35-B8E2-9B44A42CE06D}" type="presParOf" srcId="{0256C16C-4E29-4361-B644-0ADCA9D5DDC5}" destId="{70705512-F4E0-4B08-AF2B-8AC33471D929}" srcOrd="12" destOrd="0" presId="urn:microsoft.com/office/officeart/2008/layout/LinedList"/>
    <dgm:cxn modelId="{7D86B0EC-F469-4D9A-AA2C-CE1D3474106C}" type="presParOf" srcId="{0256C16C-4E29-4361-B644-0ADCA9D5DDC5}" destId="{8C4448C4-18FF-4286-8AEF-AD6BB3FC2B9E}" srcOrd="13" destOrd="0" presId="urn:microsoft.com/office/officeart/2008/layout/LinedList"/>
    <dgm:cxn modelId="{C07A006C-6485-4EC8-ABAE-F9B4976C0406}" type="presParOf" srcId="{8C4448C4-18FF-4286-8AEF-AD6BB3FC2B9E}" destId="{8D8EB540-1078-417F-B174-0483A6486846}" srcOrd="0" destOrd="0" presId="urn:microsoft.com/office/officeart/2008/layout/LinedList"/>
    <dgm:cxn modelId="{3CBB703B-C0B2-495E-87E7-451556F8A964}" type="presParOf" srcId="{8C4448C4-18FF-4286-8AEF-AD6BB3FC2B9E}" destId="{5271187C-CF1E-4C02-868A-8789DB6FBC04}" srcOrd="1" destOrd="0" presId="urn:microsoft.com/office/officeart/2008/layout/LinedList"/>
    <dgm:cxn modelId="{F410B744-9E44-45FD-B52B-FCC847775BAE}" type="presParOf" srcId="{0256C16C-4E29-4361-B644-0ADCA9D5DDC5}" destId="{69D2D682-711B-432E-A97A-229FFF459FEC}" srcOrd="14" destOrd="0" presId="urn:microsoft.com/office/officeart/2008/layout/LinedList"/>
    <dgm:cxn modelId="{4FFC62AA-1F92-4020-8574-4A27003F9040}" type="presParOf" srcId="{0256C16C-4E29-4361-B644-0ADCA9D5DDC5}" destId="{140FA34B-21FC-4A94-B257-FE9328EE10F0}" srcOrd="15" destOrd="0" presId="urn:microsoft.com/office/officeart/2008/layout/LinedList"/>
    <dgm:cxn modelId="{869E8B70-22E0-4138-931B-3ED9BCC3C89F}" type="presParOf" srcId="{140FA34B-21FC-4A94-B257-FE9328EE10F0}" destId="{D1448C77-E9F2-422D-A10A-7F7F8A8E0B05}" srcOrd="0" destOrd="0" presId="urn:microsoft.com/office/officeart/2008/layout/LinedList"/>
    <dgm:cxn modelId="{887DF24E-1EBD-4B75-A6E3-6F7F62B749B1}" type="presParOf" srcId="{140FA34B-21FC-4A94-B257-FE9328EE10F0}" destId="{323F0063-30EB-4428-AB86-1E51C06AE798}" srcOrd="1" destOrd="0" presId="urn:microsoft.com/office/officeart/2008/layout/LinedList"/>
    <dgm:cxn modelId="{20671F53-7FF3-49D1-9923-595515C51F93}" type="presParOf" srcId="{0256C16C-4E29-4361-B644-0ADCA9D5DDC5}" destId="{36770839-760D-437D-BD82-8DE5A66DA335}" srcOrd="16" destOrd="0" presId="urn:microsoft.com/office/officeart/2008/layout/LinedList"/>
    <dgm:cxn modelId="{CD4D1989-7223-4F4F-8E30-853CC0CED646}" type="presParOf" srcId="{0256C16C-4E29-4361-B644-0ADCA9D5DDC5}" destId="{A9176038-24F1-4695-833A-1E20443161B6}" srcOrd="17" destOrd="0" presId="urn:microsoft.com/office/officeart/2008/layout/LinedList"/>
    <dgm:cxn modelId="{906C8E73-1C50-45A7-9A06-54810998A62D}" type="presParOf" srcId="{A9176038-24F1-4695-833A-1E20443161B6}" destId="{13736DD3-74FF-498E-9B96-08E7A3EBFABD}" srcOrd="0" destOrd="0" presId="urn:microsoft.com/office/officeart/2008/layout/LinedList"/>
    <dgm:cxn modelId="{4B0A05D6-3CBD-4F71-888B-D2CDE242694A}" type="presParOf" srcId="{A9176038-24F1-4695-833A-1E20443161B6}" destId="{89809E4C-CAD8-4D99-931A-1056C016E000}" srcOrd="1" destOrd="0" presId="urn:microsoft.com/office/officeart/2008/layout/LinedList"/>
    <dgm:cxn modelId="{BD5EA170-CF5C-4D54-ADE0-5D720A0327B9}" type="presParOf" srcId="{0256C16C-4E29-4361-B644-0ADCA9D5DDC5}" destId="{145E4196-0398-4CDA-84A3-7BE899878950}" srcOrd="18" destOrd="0" presId="urn:microsoft.com/office/officeart/2008/layout/LinedList"/>
    <dgm:cxn modelId="{F8DB886C-F11F-467B-A874-307C4CA9A372}" type="presParOf" srcId="{0256C16C-4E29-4361-B644-0ADCA9D5DDC5}" destId="{52E38B59-0CE1-4197-AAD9-A190864429AC}" srcOrd="19" destOrd="0" presId="urn:microsoft.com/office/officeart/2008/layout/LinedList"/>
    <dgm:cxn modelId="{49BC9547-9092-4866-9DE4-72D71AB205DC}" type="presParOf" srcId="{52E38B59-0CE1-4197-AAD9-A190864429AC}" destId="{644B8544-279B-46E7-BBC3-4BCA1619F0BE}" srcOrd="0" destOrd="0" presId="urn:microsoft.com/office/officeart/2008/layout/LinedList"/>
    <dgm:cxn modelId="{FFA9CAE2-8234-446B-AACE-57D762A26563}" type="presParOf" srcId="{52E38B59-0CE1-4197-AAD9-A190864429AC}" destId="{ADCCBE55-2C6C-4F88-9E07-D700FB71A32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509BA761-989C-4BAA-9E7C-15817F90547F}" type="doc">
      <dgm:prSet loTypeId="urn:microsoft.com/office/officeart/2018/2/layout/IconVerticalSolidList" loCatId="icon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F13E9BC8-B584-4CB1-A79E-E85AEC5585B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1. 🗣️ More Natural Conversation • Add more NLU intents for natural speech • Detect user frustration and respond with encouragement • Add small talk — respond to "how are you" • Allow mid-game level change by speaking </a:t>
          </a:r>
        </a:p>
      </dgm:t>
    </dgm:pt>
    <dgm:pt modelId="{8CC63C3B-F7C8-4327-A29D-ED2D14F6C9DB}" type="parTrans" cxnId="{6467A149-D38C-4649-95C9-3A348003EAE4}">
      <dgm:prSet/>
      <dgm:spPr/>
      <dgm:t>
        <a:bodyPr/>
        <a:lstStyle/>
        <a:p>
          <a:endParaRPr lang="en-US"/>
        </a:p>
      </dgm:t>
    </dgm:pt>
    <dgm:pt modelId="{098D958E-008D-47E1-A6DD-3F9EF69F8C28}" type="sibTrans" cxnId="{6467A149-D38C-4649-95C9-3A348003EAE4}">
      <dgm:prSet/>
      <dgm:spPr/>
      <dgm:t>
        <a:bodyPr/>
        <a:lstStyle/>
        <a:p>
          <a:endParaRPr lang="en-US"/>
        </a:p>
      </dgm:t>
    </dgm:pt>
    <dgm:pt modelId="{0EB680E4-F594-4F6C-80F8-5486C582EF9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2. 💡 More Hint Types • Is the number even or odd? • Is it divisible by 5? • Is it a prime number? • Is the sum of digits greater than 10?</a:t>
          </a:r>
        </a:p>
      </dgm:t>
    </dgm:pt>
    <dgm:pt modelId="{22A6C860-6CDD-4CA1-84C8-458E4E08A9A6}" type="parTrans" cxnId="{0D424F04-785E-4EC2-A6F4-124EB0248515}">
      <dgm:prSet/>
      <dgm:spPr/>
      <dgm:t>
        <a:bodyPr/>
        <a:lstStyle/>
        <a:p>
          <a:endParaRPr lang="en-US"/>
        </a:p>
      </dgm:t>
    </dgm:pt>
    <dgm:pt modelId="{07C32D88-B6CB-48D9-816D-F9DE4682CBD5}" type="sibTrans" cxnId="{0D424F04-785E-4EC2-A6F4-124EB0248515}">
      <dgm:prSet/>
      <dgm:spPr/>
      <dgm:t>
        <a:bodyPr/>
        <a:lstStyle/>
        <a:p>
          <a:endParaRPr lang="en-US"/>
        </a:p>
      </dgm:t>
    </dgm:pt>
    <dgm:pt modelId="{A716DEF5-249F-411E-B5B2-A75C784A07F8}">
      <dgm:prSet phldr="0"/>
      <dgm:spPr/>
      <dgm:t>
        <a:bodyPr/>
        <a:lstStyle/>
        <a:p>
          <a:pPr rtl="0">
            <a:lnSpc>
              <a:spcPct val="100000"/>
            </a:lnSpc>
          </a:pPr>
          <a:r>
            <a:rPr lang="en-US" dirty="0">
              <a:latin typeface="Trebuchet MS" panose="020B0603020202020204"/>
            </a:rPr>
            <a:t>3. 🌍 Multiple Languages • Allow user to choose language at start • Arabic, Swedish, Spanish, French etc. • Azure Speech supports 100+ languages </a:t>
          </a:r>
        </a:p>
      </dgm:t>
    </dgm:pt>
    <dgm:pt modelId="{08BACEC3-5A2B-4A30-BF51-20A2A75B942D}" type="parTrans" cxnId="{9C4547B6-8948-4A9D-9B3D-E13FAE6C1740}">
      <dgm:prSet/>
      <dgm:spPr/>
    </dgm:pt>
    <dgm:pt modelId="{48350848-F2FC-4AB2-AA92-8B697378B410}" type="sibTrans" cxnId="{9C4547B6-8948-4A9D-9B3D-E13FAE6C1740}">
      <dgm:prSet/>
      <dgm:spPr/>
    </dgm:pt>
    <dgm:pt modelId="{D1E30ABD-113A-43F2-9E9A-4D55BBF5C471}" type="pres">
      <dgm:prSet presAssocID="{509BA761-989C-4BAA-9E7C-15817F90547F}" presName="root" presStyleCnt="0">
        <dgm:presLayoutVars>
          <dgm:dir/>
          <dgm:resizeHandles val="exact"/>
        </dgm:presLayoutVars>
      </dgm:prSet>
      <dgm:spPr/>
    </dgm:pt>
    <dgm:pt modelId="{3A4D976A-9AFC-4FC6-9125-C436F955E7B5}" type="pres">
      <dgm:prSet presAssocID="{F13E9BC8-B584-4CB1-A79E-E85AEC5585BE}" presName="compNode" presStyleCnt="0"/>
      <dgm:spPr/>
    </dgm:pt>
    <dgm:pt modelId="{89E8D2F8-E095-46A7-8153-E9470236FDEE}" type="pres">
      <dgm:prSet presAssocID="{F13E9BC8-B584-4CB1-A79E-E85AEC5585BE}" presName="bgRect" presStyleLbl="bgShp" presStyleIdx="0" presStyleCnt="3"/>
      <dgm:spPr/>
    </dgm:pt>
    <dgm:pt modelId="{2B0F1CD1-7D62-45AB-8B35-6D64B6BC249B}" type="pres">
      <dgm:prSet presAssocID="{F13E9BC8-B584-4CB1-A79E-E85AEC5585BE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4FCE8195-65AE-4B3E-90FC-9DF621468CEB}" type="pres">
      <dgm:prSet presAssocID="{F13E9BC8-B584-4CB1-A79E-E85AEC5585BE}" presName="spaceRect" presStyleCnt="0"/>
      <dgm:spPr/>
    </dgm:pt>
    <dgm:pt modelId="{2A95AF69-D13F-4D08-BAAB-0CF827FE2EC5}" type="pres">
      <dgm:prSet presAssocID="{F13E9BC8-B584-4CB1-A79E-E85AEC5585BE}" presName="parTx" presStyleLbl="revTx" presStyleIdx="0" presStyleCnt="3">
        <dgm:presLayoutVars>
          <dgm:chMax val="0"/>
          <dgm:chPref val="0"/>
        </dgm:presLayoutVars>
      </dgm:prSet>
      <dgm:spPr/>
    </dgm:pt>
    <dgm:pt modelId="{26DE5FAF-37C9-4FF6-9B26-787E09DFD710}" type="pres">
      <dgm:prSet presAssocID="{098D958E-008D-47E1-A6DD-3F9EF69F8C28}" presName="sibTrans" presStyleCnt="0"/>
      <dgm:spPr/>
    </dgm:pt>
    <dgm:pt modelId="{6D18E0FD-E92A-49A6-B4AD-117C57867116}" type="pres">
      <dgm:prSet presAssocID="{0EB680E4-F594-4F6C-80F8-5486C582EF95}" presName="compNode" presStyleCnt="0"/>
      <dgm:spPr/>
    </dgm:pt>
    <dgm:pt modelId="{BC5D2322-F95B-49C7-B8E5-25249AC71B28}" type="pres">
      <dgm:prSet presAssocID="{0EB680E4-F594-4F6C-80F8-5486C582EF95}" presName="bgRect" presStyleLbl="bgShp" presStyleIdx="1" presStyleCnt="3"/>
      <dgm:spPr/>
    </dgm:pt>
    <dgm:pt modelId="{303EFEF1-FA92-48AB-B6C5-80AC4DB3B8BE}" type="pres">
      <dgm:prSet presAssocID="{0EB680E4-F594-4F6C-80F8-5486C582EF95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Irritant"/>
        </a:ext>
      </dgm:extLst>
    </dgm:pt>
    <dgm:pt modelId="{9D4DB682-98B2-4002-B9C7-47E747ED6D7B}" type="pres">
      <dgm:prSet presAssocID="{0EB680E4-F594-4F6C-80F8-5486C582EF95}" presName="spaceRect" presStyleCnt="0"/>
      <dgm:spPr/>
    </dgm:pt>
    <dgm:pt modelId="{5EC3DA27-93B8-47C4-B96F-4D53EE9DE0A2}" type="pres">
      <dgm:prSet presAssocID="{0EB680E4-F594-4F6C-80F8-5486C582EF95}" presName="parTx" presStyleLbl="revTx" presStyleIdx="1" presStyleCnt="3">
        <dgm:presLayoutVars>
          <dgm:chMax val="0"/>
          <dgm:chPref val="0"/>
        </dgm:presLayoutVars>
      </dgm:prSet>
      <dgm:spPr/>
    </dgm:pt>
    <dgm:pt modelId="{1F0A695E-3F5E-4F6A-9BED-EFF027102E72}" type="pres">
      <dgm:prSet presAssocID="{07C32D88-B6CB-48D9-816D-F9DE4682CBD5}" presName="sibTrans" presStyleCnt="0"/>
      <dgm:spPr/>
    </dgm:pt>
    <dgm:pt modelId="{600096B7-81A5-416F-A761-2386D348024A}" type="pres">
      <dgm:prSet presAssocID="{A716DEF5-249F-411E-B5B2-A75C784A07F8}" presName="compNode" presStyleCnt="0"/>
      <dgm:spPr/>
    </dgm:pt>
    <dgm:pt modelId="{25F6E4DC-E592-4973-929C-07A85C495A68}" type="pres">
      <dgm:prSet presAssocID="{A716DEF5-249F-411E-B5B2-A75C784A07F8}" presName="bgRect" presStyleLbl="bgShp" presStyleIdx="2" presStyleCnt="3"/>
      <dgm:spPr/>
    </dgm:pt>
    <dgm:pt modelId="{419FDFD2-A24A-4FDF-9E68-E9FF51D4973A}" type="pres">
      <dgm:prSet presAssocID="{A716DEF5-249F-411E-B5B2-A75C784A07F8}" presName="iconRect" presStyleLbl="node1" presStyleIdx="2" presStyleCnt="3"/>
      <dgm:spPr/>
    </dgm:pt>
    <dgm:pt modelId="{7B522028-65DE-4912-8670-3361E283E54D}" type="pres">
      <dgm:prSet presAssocID="{A716DEF5-249F-411E-B5B2-A75C784A07F8}" presName="spaceRect" presStyleCnt="0"/>
      <dgm:spPr/>
    </dgm:pt>
    <dgm:pt modelId="{1CDB42D6-1373-4A6C-BE7E-1C314013477C}" type="pres">
      <dgm:prSet presAssocID="{A716DEF5-249F-411E-B5B2-A75C784A07F8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D2B76901-7063-4ED6-BFD9-76F3A0B2F4AD}" type="presOf" srcId="{509BA761-989C-4BAA-9E7C-15817F90547F}" destId="{D1E30ABD-113A-43F2-9E9A-4D55BBF5C471}" srcOrd="0" destOrd="0" presId="urn:microsoft.com/office/officeart/2018/2/layout/IconVerticalSolidList"/>
    <dgm:cxn modelId="{0D424F04-785E-4EC2-A6F4-124EB0248515}" srcId="{509BA761-989C-4BAA-9E7C-15817F90547F}" destId="{0EB680E4-F594-4F6C-80F8-5486C582EF95}" srcOrd="1" destOrd="0" parTransId="{22A6C860-6CDD-4CA1-84C8-458E4E08A9A6}" sibTransId="{07C32D88-B6CB-48D9-816D-F9DE4682CBD5}"/>
    <dgm:cxn modelId="{505D7346-3E5F-4F69-9ED8-A8564AFA4C3F}" type="presOf" srcId="{F13E9BC8-B584-4CB1-A79E-E85AEC5585BE}" destId="{2A95AF69-D13F-4D08-BAAB-0CF827FE2EC5}" srcOrd="0" destOrd="0" presId="urn:microsoft.com/office/officeart/2018/2/layout/IconVerticalSolidList"/>
    <dgm:cxn modelId="{6467A149-D38C-4649-95C9-3A348003EAE4}" srcId="{509BA761-989C-4BAA-9E7C-15817F90547F}" destId="{F13E9BC8-B584-4CB1-A79E-E85AEC5585BE}" srcOrd="0" destOrd="0" parTransId="{8CC63C3B-F7C8-4327-A29D-ED2D14F6C9DB}" sibTransId="{098D958E-008D-47E1-A6DD-3F9EF69F8C28}"/>
    <dgm:cxn modelId="{0572E584-27ED-4680-816B-1CB1A46E5818}" type="presOf" srcId="{A716DEF5-249F-411E-B5B2-A75C784A07F8}" destId="{1CDB42D6-1373-4A6C-BE7E-1C314013477C}" srcOrd="0" destOrd="0" presId="urn:microsoft.com/office/officeart/2018/2/layout/IconVerticalSolidList"/>
    <dgm:cxn modelId="{2FD08F9E-6189-425F-93D1-F87044F53E7D}" type="presOf" srcId="{0EB680E4-F594-4F6C-80F8-5486C582EF95}" destId="{5EC3DA27-93B8-47C4-B96F-4D53EE9DE0A2}" srcOrd="0" destOrd="0" presId="urn:microsoft.com/office/officeart/2018/2/layout/IconVerticalSolidList"/>
    <dgm:cxn modelId="{9C4547B6-8948-4A9D-9B3D-E13FAE6C1740}" srcId="{509BA761-989C-4BAA-9E7C-15817F90547F}" destId="{A716DEF5-249F-411E-B5B2-A75C784A07F8}" srcOrd="2" destOrd="0" parTransId="{08BACEC3-5A2B-4A30-BF51-20A2A75B942D}" sibTransId="{48350848-F2FC-4AB2-AA92-8B697378B410}"/>
    <dgm:cxn modelId="{D81CEE34-E6B6-496E-8E83-FD1E607A9769}" type="presParOf" srcId="{D1E30ABD-113A-43F2-9E9A-4D55BBF5C471}" destId="{3A4D976A-9AFC-4FC6-9125-C436F955E7B5}" srcOrd="0" destOrd="0" presId="urn:microsoft.com/office/officeart/2018/2/layout/IconVerticalSolidList"/>
    <dgm:cxn modelId="{E69DEEFD-516F-4339-87F6-9B03570C18C5}" type="presParOf" srcId="{3A4D976A-9AFC-4FC6-9125-C436F955E7B5}" destId="{89E8D2F8-E095-46A7-8153-E9470236FDEE}" srcOrd="0" destOrd="0" presId="urn:microsoft.com/office/officeart/2018/2/layout/IconVerticalSolidList"/>
    <dgm:cxn modelId="{95CDD707-F60A-4B29-B166-97991256AE75}" type="presParOf" srcId="{3A4D976A-9AFC-4FC6-9125-C436F955E7B5}" destId="{2B0F1CD1-7D62-45AB-8B35-6D64B6BC249B}" srcOrd="1" destOrd="0" presId="urn:microsoft.com/office/officeart/2018/2/layout/IconVerticalSolidList"/>
    <dgm:cxn modelId="{99F9106B-7A9F-4721-884A-0DFFD8CE1B25}" type="presParOf" srcId="{3A4D976A-9AFC-4FC6-9125-C436F955E7B5}" destId="{4FCE8195-65AE-4B3E-90FC-9DF621468CEB}" srcOrd="2" destOrd="0" presId="urn:microsoft.com/office/officeart/2018/2/layout/IconVerticalSolidList"/>
    <dgm:cxn modelId="{F9658617-CBFC-49DB-B7A1-D48A128ABC01}" type="presParOf" srcId="{3A4D976A-9AFC-4FC6-9125-C436F955E7B5}" destId="{2A95AF69-D13F-4D08-BAAB-0CF827FE2EC5}" srcOrd="3" destOrd="0" presId="urn:microsoft.com/office/officeart/2018/2/layout/IconVerticalSolidList"/>
    <dgm:cxn modelId="{CFB184A9-DEE0-4CAF-B61D-C1F78D5BBED7}" type="presParOf" srcId="{D1E30ABD-113A-43F2-9E9A-4D55BBF5C471}" destId="{26DE5FAF-37C9-4FF6-9B26-787E09DFD710}" srcOrd="1" destOrd="0" presId="urn:microsoft.com/office/officeart/2018/2/layout/IconVerticalSolidList"/>
    <dgm:cxn modelId="{282EBAD7-95E6-4EC3-B4BA-5C8739AD4040}" type="presParOf" srcId="{D1E30ABD-113A-43F2-9E9A-4D55BBF5C471}" destId="{6D18E0FD-E92A-49A6-B4AD-117C57867116}" srcOrd="2" destOrd="0" presId="urn:microsoft.com/office/officeart/2018/2/layout/IconVerticalSolidList"/>
    <dgm:cxn modelId="{21445FBA-D1C6-40C7-A0C0-B550A2532CB8}" type="presParOf" srcId="{6D18E0FD-E92A-49A6-B4AD-117C57867116}" destId="{BC5D2322-F95B-49C7-B8E5-25249AC71B28}" srcOrd="0" destOrd="0" presId="urn:microsoft.com/office/officeart/2018/2/layout/IconVerticalSolidList"/>
    <dgm:cxn modelId="{77CDEAF8-3B4F-4D32-BBAD-868F6EFA4FC7}" type="presParOf" srcId="{6D18E0FD-E92A-49A6-B4AD-117C57867116}" destId="{303EFEF1-FA92-48AB-B6C5-80AC4DB3B8BE}" srcOrd="1" destOrd="0" presId="urn:microsoft.com/office/officeart/2018/2/layout/IconVerticalSolidList"/>
    <dgm:cxn modelId="{98068AD7-7AE5-4556-87B7-96378659B8D5}" type="presParOf" srcId="{6D18E0FD-E92A-49A6-B4AD-117C57867116}" destId="{9D4DB682-98B2-4002-B9C7-47E747ED6D7B}" srcOrd="2" destOrd="0" presId="urn:microsoft.com/office/officeart/2018/2/layout/IconVerticalSolidList"/>
    <dgm:cxn modelId="{F205001F-E11C-4B49-8AC9-07EE4939C4A0}" type="presParOf" srcId="{6D18E0FD-E92A-49A6-B4AD-117C57867116}" destId="{5EC3DA27-93B8-47C4-B96F-4D53EE9DE0A2}" srcOrd="3" destOrd="0" presId="urn:microsoft.com/office/officeart/2018/2/layout/IconVerticalSolidList"/>
    <dgm:cxn modelId="{3D6BEAFD-151F-430F-82EB-507B9EE78D9E}" type="presParOf" srcId="{D1E30ABD-113A-43F2-9E9A-4D55BBF5C471}" destId="{1F0A695E-3F5E-4F6A-9BED-EFF027102E72}" srcOrd="3" destOrd="0" presId="urn:microsoft.com/office/officeart/2018/2/layout/IconVerticalSolidList"/>
    <dgm:cxn modelId="{11EEC98C-2F77-4044-9858-F02E99B16E0C}" type="presParOf" srcId="{D1E30ABD-113A-43F2-9E9A-4D55BBF5C471}" destId="{600096B7-81A5-416F-A761-2386D348024A}" srcOrd="4" destOrd="0" presId="urn:microsoft.com/office/officeart/2018/2/layout/IconVerticalSolidList"/>
    <dgm:cxn modelId="{AEFEB4C7-33FB-4B5F-981B-B01E3006E91E}" type="presParOf" srcId="{600096B7-81A5-416F-A761-2386D348024A}" destId="{25F6E4DC-E592-4973-929C-07A85C495A68}" srcOrd="0" destOrd="0" presId="urn:microsoft.com/office/officeart/2018/2/layout/IconVerticalSolidList"/>
    <dgm:cxn modelId="{3FE1AC74-AF00-46FF-97E9-305109EC2FE3}" type="presParOf" srcId="{600096B7-81A5-416F-A761-2386D348024A}" destId="{419FDFD2-A24A-4FDF-9E68-E9FF51D4973A}" srcOrd="1" destOrd="0" presId="urn:microsoft.com/office/officeart/2018/2/layout/IconVerticalSolidList"/>
    <dgm:cxn modelId="{24EA39A8-4C65-4704-AB33-B0911C4B74E4}" type="presParOf" srcId="{600096B7-81A5-416F-A761-2386D348024A}" destId="{7B522028-65DE-4912-8670-3361E283E54D}" srcOrd="2" destOrd="0" presId="urn:microsoft.com/office/officeart/2018/2/layout/IconVerticalSolidList"/>
    <dgm:cxn modelId="{1C18C047-D313-4D1E-9BCC-2674E5EB7BD4}" type="presParOf" srcId="{600096B7-81A5-416F-A761-2386D348024A}" destId="{1CDB42D6-1373-4A6C-BE7E-1C314013477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BEA1CDC8-1E60-4119-BAEC-BC929E940330}" type="doc">
      <dgm:prSet loTypeId="urn:microsoft.com/office/officeart/2018/2/layout/IconVerticalSolidList" loCatId="icon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BE4517BE-B1AF-438D-95BF-748231FC836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4. 🏆 Leaderboard • Save scores across sessions • Compare with other players • Show top 10 scores on screen </a:t>
          </a:r>
        </a:p>
      </dgm:t>
    </dgm:pt>
    <dgm:pt modelId="{E04270D9-36B4-4B9A-83E6-0FD58FA2E4AD}" type="parTrans" cxnId="{500102F4-E59E-4DC0-A034-1CB2A9F00E26}">
      <dgm:prSet/>
      <dgm:spPr/>
      <dgm:t>
        <a:bodyPr/>
        <a:lstStyle/>
        <a:p>
          <a:endParaRPr lang="en-US"/>
        </a:p>
      </dgm:t>
    </dgm:pt>
    <dgm:pt modelId="{2E868786-2F77-4FC3-94C8-CBC8A7B24361}" type="sibTrans" cxnId="{500102F4-E59E-4DC0-A034-1CB2A9F00E26}">
      <dgm:prSet/>
      <dgm:spPr/>
      <dgm:t>
        <a:bodyPr/>
        <a:lstStyle/>
        <a:p>
          <a:endParaRPr lang="en-US"/>
        </a:p>
      </dgm:t>
    </dgm:pt>
    <dgm:pt modelId="{0BB8582C-E531-4B58-8ED8-C0E2E836225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5. 👥 Multiplayer Mode • Two players take turns guessing • One player picks the number • Other player guesses by speaking • System manages the conversation</a:t>
          </a:r>
          <a:r>
            <a:rPr lang="en-US">
              <a:latin typeface="Trebuchet MS" panose="020B0603020202020204"/>
            </a:rPr>
            <a:t>.</a:t>
          </a:r>
          <a:endParaRPr lang="en-US"/>
        </a:p>
      </dgm:t>
    </dgm:pt>
    <dgm:pt modelId="{9B3601DE-6946-4796-9CDF-2337CFFD0B82}" type="parTrans" cxnId="{13CC1EE6-324A-4296-9DC5-CB212451D11A}">
      <dgm:prSet/>
      <dgm:spPr/>
      <dgm:t>
        <a:bodyPr/>
        <a:lstStyle/>
        <a:p>
          <a:endParaRPr lang="en-US"/>
        </a:p>
      </dgm:t>
    </dgm:pt>
    <dgm:pt modelId="{573A71C3-F9AC-4077-A817-9660D2217900}" type="sibTrans" cxnId="{13CC1EE6-324A-4296-9DC5-CB212451D11A}">
      <dgm:prSet/>
      <dgm:spPr/>
      <dgm:t>
        <a:bodyPr/>
        <a:lstStyle/>
        <a:p>
          <a:endParaRPr lang="en-US"/>
        </a:p>
      </dgm:t>
    </dgm:pt>
    <dgm:pt modelId="{4B1720E8-89B9-4D22-AC28-998A81CDF3E7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Trebuchet MS" panose="020B0603020202020204"/>
            </a:rPr>
            <a:t>6. 📱 Mobile App • Convert to mobile app using React Native • Works on iPhone and Android • Uses phone microphone directly.</a:t>
          </a:r>
        </a:p>
      </dgm:t>
    </dgm:pt>
    <dgm:pt modelId="{39A97CC4-AD97-41AB-AD74-D07025B59637}" type="parTrans" cxnId="{9CBAC723-6055-442B-B7A5-1FA340D314BB}">
      <dgm:prSet/>
      <dgm:spPr/>
    </dgm:pt>
    <dgm:pt modelId="{E4BF9AF8-900D-43D7-B7E4-7321A99D770C}" type="sibTrans" cxnId="{9CBAC723-6055-442B-B7A5-1FA340D314BB}">
      <dgm:prSet/>
      <dgm:spPr/>
      <dgm:t>
        <a:bodyPr/>
        <a:lstStyle/>
        <a:p>
          <a:endParaRPr lang="en-US"/>
        </a:p>
      </dgm:t>
    </dgm:pt>
    <dgm:pt modelId="{4E97AE95-F40B-47EF-9DFA-AF08FA40E218}" type="pres">
      <dgm:prSet presAssocID="{BEA1CDC8-1E60-4119-BAEC-BC929E940330}" presName="root" presStyleCnt="0">
        <dgm:presLayoutVars>
          <dgm:dir/>
          <dgm:resizeHandles val="exact"/>
        </dgm:presLayoutVars>
      </dgm:prSet>
      <dgm:spPr/>
    </dgm:pt>
    <dgm:pt modelId="{C2E015A3-0F29-48C8-8484-640E367934DD}" type="pres">
      <dgm:prSet presAssocID="{BE4517BE-B1AF-438D-95BF-748231FC8366}" presName="compNode" presStyleCnt="0"/>
      <dgm:spPr/>
    </dgm:pt>
    <dgm:pt modelId="{DD47C3F3-76BA-438D-8C63-53C583D3E804}" type="pres">
      <dgm:prSet presAssocID="{BE4517BE-B1AF-438D-95BF-748231FC8366}" presName="bgRect" presStyleLbl="bgShp" presStyleIdx="0" presStyleCnt="3"/>
      <dgm:spPr/>
    </dgm:pt>
    <dgm:pt modelId="{19A4799F-97BE-49C6-9FC9-98F2F30DA07B}" type="pres">
      <dgm:prSet presAssocID="{BE4517BE-B1AF-438D-95BF-748231FC8366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laying Cards"/>
        </a:ext>
      </dgm:extLst>
    </dgm:pt>
    <dgm:pt modelId="{AF8F6D12-EFD6-4943-B923-7A36757FF18B}" type="pres">
      <dgm:prSet presAssocID="{BE4517BE-B1AF-438D-95BF-748231FC8366}" presName="spaceRect" presStyleCnt="0"/>
      <dgm:spPr/>
    </dgm:pt>
    <dgm:pt modelId="{24F8C605-1E88-4B51-B62E-0064D328343A}" type="pres">
      <dgm:prSet presAssocID="{BE4517BE-B1AF-438D-95BF-748231FC8366}" presName="parTx" presStyleLbl="revTx" presStyleIdx="0" presStyleCnt="3">
        <dgm:presLayoutVars>
          <dgm:chMax val="0"/>
          <dgm:chPref val="0"/>
        </dgm:presLayoutVars>
      </dgm:prSet>
      <dgm:spPr/>
    </dgm:pt>
    <dgm:pt modelId="{B408D755-9DC8-485D-A56B-790C687EF52B}" type="pres">
      <dgm:prSet presAssocID="{2E868786-2F77-4FC3-94C8-CBC8A7B24361}" presName="sibTrans" presStyleCnt="0"/>
      <dgm:spPr/>
    </dgm:pt>
    <dgm:pt modelId="{A126339D-D686-4016-AE1E-EC7E60F1E0CA}" type="pres">
      <dgm:prSet presAssocID="{0BB8582C-E531-4B58-8ED8-C0E2E8362250}" presName="compNode" presStyleCnt="0"/>
      <dgm:spPr/>
    </dgm:pt>
    <dgm:pt modelId="{1BE151A2-ABAA-4285-BD2B-979A62EC228A}" type="pres">
      <dgm:prSet presAssocID="{0BB8582C-E531-4B58-8ED8-C0E2E8362250}" presName="bgRect" presStyleLbl="bgShp" presStyleIdx="1" presStyleCnt="3"/>
      <dgm:spPr/>
    </dgm:pt>
    <dgm:pt modelId="{9CF88D9A-35E5-4CC8-9984-9C7D886465BA}" type="pres">
      <dgm:prSet presAssocID="{0BB8582C-E531-4B58-8ED8-C0E2E8362250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me controller"/>
        </a:ext>
      </dgm:extLst>
    </dgm:pt>
    <dgm:pt modelId="{9ED69A03-8DF7-41E8-A2C5-AD410F2EF920}" type="pres">
      <dgm:prSet presAssocID="{0BB8582C-E531-4B58-8ED8-C0E2E8362250}" presName="spaceRect" presStyleCnt="0"/>
      <dgm:spPr/>
    </dgm:pt>
    <dgm:pt modelId="{11EA0877-189B-4C2C-8579-8CC3CDAA2C7A}" type="pres">
      <dgm:prSet presAssocID="{0BB8582C-E531-4B58-8ED8-C0E2E8362250}" presName="parTx" presStyleLbl="revTx" presStyleIdx="1" presStyleCnt="3">
        <dgm:presLayoutVars>
          <dgm:chMax val="0"/>
          <dgm:chPref val="0"/>
        </dgm:presLayoutVars>
      </dgm:prSet>
      <dgm:spPr/>
    </dgm:pt>
    <dgm:pt modelId="{2092E9AA-EB68-4E18-B811-38FD89D507D6}" type="pres">
      <dgm:prSet presAssocID="{573A71C3-F9AC-4077-A817-9660D2217900}" presName="sibTrans" presStyleCnt="0"/>
      <dgm:spPr/>
    </dgm:pt>
    <dgm:pt modelId="{3239D9E7-DD23-43E0-8240-9B0ED32885E1}" type="pres">
      <dgm:prSet presAssocID="{4B1720E8-89B9-4D22-AC28-998A81CDF3E7}" presName="compNode" presStyleCnt="0"/>
      <dgm:spPr/>
    </dgm:pt>
    <dgm:pt modelId="{242D2C6B-A760-45BD-9118-B888AC746FD3}" type="pres">
      <dgm:prSet presAssocID="{4B1720E8-89B9-4D22-AC28-998A81CDF3E7}" presName="bgRect" presStyleLbl="bgShp" presStyleIdx="2" presStyleCnt="3"/>
      <dgm:spPr/>
    </dgm:pt>
    <dgm:pt modelId="{37584FC8-483D-42A4-A939-CFCDB01DAF3A}" type="pres">
      <dgm:prSet presAssocID="{4B1720E8-89B9-4D22-AC28-998A81CDF3E7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odcast"/>
        </a:ext>
      </dgm:extLst>
    </dgm:pt>
    <dgm:pt modelId="{D5A61B30-2BDF-4355-ABC9-22BEBD6772FA}" type="pres">
      <dgm:prSet presAssocID="{4B1720E8-89B9-4D22-AC28-998A81CDF3E7}" presName="spaceRect" presStyleCnt="0"/>
      <dgm:spPr/>
    </dgm:pt>
    <dgm:pt modelId="{38C2B090-29EE-48EE-A760-38EC3DAC3964}" type="pres">
      <dgm:prSet presAssocID="{4B1720E8-89B9-4D22-AC28-998A81CDF3E7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F592C807-131B-4B83-B54A-AAEB91C6CF6C}" type="presOf" srcId="{BE4517BE-B1AF-438D-95BF-748231FC8366}" destId="{24F8C605-1E88-4B51-B62E-0064D328343A}" srcOrd="0" destOrd="0" presId="urn:microsoft.com/office/officeart/2018/2/layout/IconVerticalSolidList"/>
    <dgm:cxn modelId="{9CBAC723-6055-442B-B7A5-1FA340D314BB}" srcId="{BEA1CDC8-1E60-4119-BAEC-BC929E940330}" destId="{4B1720E8-89B9-4D22-AC28-998A81CDF3E7}" srcOrd="2" destOrd="0" parTransId="{39A97CC4-AD97-41AB-AD74-D07025B59637}" sibTransId="{E4BF9AF8-900D-43D7-B7E4-7321A99D770C}"/>
    <dgm:cxn modelId="{D4CA8C52-320A-435A-BE4D-D3128DFAE362}" type="presOf" srcId="{0BB8582C-E531-4B58-8ED8-C0E2E8362250}" destId="{11EA0877-189B-4C2C-8579-8CC3CDAA2C7A}" srcOrd="0" destOrd="0" presId="urn:microsoft.com/office/officeart/2018/2/layout/IconVerticalSolidList"/>
    <dgm:cxn modelId="{CC956957-8594-4C00-A0D0-2B3A33B10353}" type="presOf" srcId="{4B1720E8-89B9-4D22-AC28-998A81CDF3E7}" destId="{38C2B090-29EE-48EE-A760-38EC3DAC3964}" srcOrd="0" destOrd="0" presId="urn:microsoft.com/office/officeart/2018/2/layout/IconVerticalSolidList"/>
    <dgm:cxn modelId="{FBFD9AA3-134C-468D-93BB-EE0789916CCC}" type="presOf" srcId="{BEA1CDC8-1E60-4119-BAEC-BC929E940330}" destId="{4E97AE95-F40B-47EF-9DFA-AF08FA40E218}" srcOrd="0" destOrd="0" presId="urn:microsoft.com/office/officeart/2018/2/layout/IconVerticalSolidList"/>
    <dgm:cxn modelId="{13CC1EE6-324A-4296-9DC5-CB212451D11A}" srcId="{BEA1CDC8-1E60-4119-BAEC-BC929E940330}" destId="{0BB8582C-E531-4B58-8ED8-C0E2E8362250}" srcOrd="1" destOrd="0" parTransId="{9B3601DE-6946-4796-9CDF-2337CFFD0B82}" sibTransId="{573A71C3-F9AC-4077-A817-9660D2217900}"/>
    <dgm:cxn modelId="{500102F4-E59E-4DC0-A034-1CB2A9F00E26}" srcId="{BEA1CDC8-1E60-4119-BAEC-BC929E940330}" destId="{BE4517BE-B1AF-438D-95BF-748231FC8366}" srcOrd="0" destOrd="0" parTransId="{E04270D9-36B4-4B9A-83E6-0FD58FA2E4AD}" sibTransId="{2E868786-2F77-4FC3-94C8-CBC8A7B24361}"/>
    <dgm:cxn modelId="{896F9EF2-C83C-4813-889D-B3E7CF3836C4}" type="presParOf" srcId="{4E97AE95-F40B-47EF-9DFA-AF08FA40E218}" destId="{C2E015A3-0F29-48C8-8484-640E367934DD}" srcOrd="0" destOrd="0" presId="urn:microsoft.com/office/officeart/2018/2/layout/IconVerticalSolidList"/>
    <dgm:cxn modelId="{F5954C91-A327-4188-BE37-E94D059B506B}" type="presParOf" srcId="{C2E015A3-0F29-48C8-8484-640E367934DD}" destId="{DD47C3F3-76BA-438D-8C63-53C583D3E804}" srcOrd="0" destOrd="0" presId="urn:microsoft.com/office/officeart/2018/2/layout/IconVerticalSolidList"/>
    <dgm:cxn modelId="{74DA0EF3-351B-4C89-949B-36E4BEFE3D1C}" type="presParOf" srcId="{C2E015A3-0F29-48C8-8484-640E367934DD}" destId="{19A4799F-97BE-49C6-9FC9-98F2F30DA07B}" srcOrd="1" destOrd="0" presId="urn:microsoft.com/office/officeart/2018/2/layout/IconVerticalSolidList"/>
    <dgm:cxn modelId="{F8F9A128-9288-4BF0-931B-2CCB3BFEF845}" type="presParOf" srcId="{C2E015A3-0F29-48C8-8484-640E367934DD}" destId="{AF8F6D12-EFD6-4943-B923-7A36757FF18B}" srcOrd="2" destOrd="0" presId="urn:microsoft.com/office/officeart/2018/2/layout/IconVerticalSolidList"/>
    <dgm:cxn modelId="{CB245FD5-F8B3-45F7-BE5D-DE02D341E0ED}" type="presParOf" srcId="{C2E015A3-0F29-48C8-8484-640E367934DD}" destId="{24F8C605-1E88-4B51-B62E-0064D328343A}" srcOrd="3" destOrd="0" presId="urn:microsoft.com/office/officeart/2018/2/layout/IconVerticalSolidList"/>
    <dgm:cxn modelId="{1EE8F76E-C912-4DFF-89B7-CEDE8EAE4669}" type="presParOf" srcId="{4E97AE95-F40B-47EF-9DFA-AF08FA40E218}" destId="{B408D755-9DC8-485D-A56B-790C687EF52B}" srcOrd="1" destOrd="0" presId="urn:microsoft.com/office/officeart/2018/2/layout/IconVerticalSolidList"/>
    <dgm:cxn modelId="{D600CBEA-ABCE-4E78-81EA-7FA1AFE6B154}" type="presParOf" srcId="{4E97AE95-F40B-47EF-9DFA-AF08FA40E218}" destId="{A126339D-D686-4016-AE1E-EC7E60F1E0CA}" srcOrd="2" destOrd="0" presId="urn:microsoft.com/office/officeart/2018/2/layout/IconVerticalSolidList"/>
    <dgm:cxn modelId="{6E0F2702-7074-4E1F-9207-543A73824954}" type="presParOf" srcId="{A126339D-D686-4016-AE1E-EC7E60F1E0CA}" destId="{1BE151A2-ABAA-4285-BD2B-979A62EC228A}" srcOrd="0" destOrd="0" presId="urn:microsoft.com/office/officeart/2018/2/layout/IconVerticalSolidList"/>
    <dgm:cxn modelId="{E3EFA9ED-47A9-4E8A-8985-5054E0818D9A}" type="presParOf" srcId="{A126339D-D686-4016-AE1E-EC7E60F1E0CA}" destId="{9CF88D9A-35E5-4CC8-9984-9C7D886465BA}" srcOrd="1" destOrd="0" presId="urn:microsoft.com/office/officeart/2018/2/layout/IconVerticalSolidList"/>
    <dgm:cxn modelId="{1F0480BA-2101-4A5F-BEC9-B800F69E7D25}" type="presParOf" srcId="{A126339D-D686-4016-AE1E-EC7E60F1E0CA}" destId="{9ED69A03-8DF7-41E8-A2C5-AD410F2EF920}" srcOrd="2" destOrd="0" presId="urn:microsoft.com/office/officeart/2018/2/layout/IconVerticalSolidList"/>
    <dgm:cxn modelId="{EB1C8B5A-D554-4567-B96D-A29CA1738019}" type="presParOf" srcId="{A126339D-D686-4016-AE1E-EC7E60F1E0CA}" destId="{11EA0877-189B-4C2C-8579-8CC3CDAA2C7A}" srcOrd="3" destOrd="0" presId="urn:microsoft.com/office/officeart/2018/2/layout/IconVerticalSolidList"/>
    <dgm:cxn modelId="{105C4365-4AFF-4E40-844A-7BE5F355D64B}" type="presParOf" srcId="{4E97AE95-F40B-47EF-9DFA-AF08FA40E218}" destId="{2092E9AA-EB68-4E18-B811-38FD89D507D6}" srcOrd="3" destOrd="0" presId="urn:microsoft.com/office/officeart/2018/2/layout/IconVerticalSolidList"/>
    <dgm:cxn modelId="{46141CCB-A87A-4F87-A8FB-E021C1BCF68C}" type="presParOf" srcId="{4E97AE95-F40B-47EF-9DFA-AF08FA40E218}" destId="{3239D9E7-DD23-43E0-8240-9B0ED32885E1}" srcOrd="4" destOrd="0" presId="urn:microsoft.com/office/officeart/2018/2/layout/IconVerticalSolidList"/>
    <dgm:cxn modelId="{41C29153-C1E9-40FC-A8A9-860E8FA24BCE}" type="presParOf" srcId="{3239D9E7-DD23-43E0-8240-9B0ED32885E1}" destId="{242D2C6B-A760-45BD-9118-B888AC746FD3}" srcOrd="0" destOrd="0" presId="urn:microsoft.com/office/officeart/2018/2/layout/IconVerticalSolidList"/>
    <dgm:cxn modelId="{3E609507-1E35-4D32-A66C-302B1C7C8060}" type="presParOf" srcId="{3239D9E7-DD23-43E0-8240-9B0ED32885E1}" destId="{37584FC8-483D-42A4-A939-CFCDB01DAF3A}" srcOrd="1" destOrd="0" presId="urn:microsoft.com/office/officeart/2018/2/layout/IconVerticalSolidList"/>
    <dgm:cxn modelId="{35AE953C-2E67-48DA-810E-0A60007419AE}" type="presParOf" srcId="{3239D9E7-DD23-43E0-8240-9B0ED32885E1}" destId="{D5A61B30-2BDF-4355-ABC9-22BEBD6772FA}" srcOrd="2" destOrd="0" presId="urn:microsoft.com/office/officeart/2018/2/layout/IconVerticalSolidList"/>
    <dgm:cxn modelId="{44AD2FF2-3AAA-44F3-8E7A-AD2E6EC371B9}" type="presParOf" srcId="{3239D9E7-DD23-43E0-8240-9B0ED32885E1}" destId="{38C2B090-29EE-48EE-A760-38EC3DAC396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B888B1-1CCE-4802-B725-A6156A059EDA}">
      <dsp:nvSpPr>
        <dsp:cNvPr id="0" name=""/>
        <dsp:cNvSpPr/>
      </dsp:nvSpPr>
      <dsp:spPr>
        <a:xfrm>
          <a:off x="0" y="349"/>
          <a:ext cx="9618133" cy="48150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79BFF2-DD0E-44BF-ACB0-B1CF3116BAAC}">
      <dsp:nvSpPr>
        <dsp:cNvPr id="0" name=""/>
        <dsp:cNvSpPr/>
      </dsp:nvSpPr>
      <dsp:spPr>
        <a:xfrm>
          <a:off x="145654" y="108688"/>
          <a:ext cx="264827" cy="26482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14AC20-AC4A-4DD2-AA12-94102C421E09}">
      <dsp:nvSpPr>
        <dsp:cNvPr id="0" name=""/>
        <dsp:cNvSpPr/>
      </dsp:nvSpPr>
      <dsp:spPr>
        <a:xfrm>
          <a:off x="556136" y="349"/>
          <a:ext cx="9061996" cy="4815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959" tIns="50959" rIns="50959" bIns="5095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- A fully voice-driven number guessing game</a:t>
          </a:r>
        </a:p>
      </dsp:txBody>
      <dsp:txXfrm>
        <a:off x="556136" y="349"/>
        <a:ext cx="9061996" cy="481503"/>
      </dsp:txXfrm>
    </dsp:sp>
    <dsp:sp modelId="{A3B6445F-042B-4F7A-A6CB-6B26BA72B2F9}">
      <dsp:nvSpPr>
        <dsp:cNvPr id="0" name=""/>
        <dsp:cNvSpPr/>
      </dsp:nvSpPr>
      <dsp:spPr>
        <a:xfrm>
          <a:off x="0" y="602229"/>
          <a:ext cx="9618133" cy="48150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378E84-2FD3-4050-B67E-395E56BFA54B}">
      <dsp:nvSpPr>
        <dsp:cNvPr id="0" name=""/>
        <dsp:cNvSpPr/>
      </dsp:nvSpPr>
      <dsp:spPr>
        <a:xfrm>
          <a:off x="145654" y="710567"/>
          <a:ext cx="264827" cy="26482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1C68F8-CEFC-401D-90F4-D4F6145FC46A}">
      <dsp:nvSpPr>
        <dsp:cNvPr id="0" name=""/>
        <dsp:cNvSpPr/>
      </dsp:nvSpPr>
      <dsp:spPr>
        <a:xfrm>
          <a:off x="556136" y="602229"/>
          <a:ext cx="9061996" cy="4815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959" tIns="50959" rIns="50959" bIns="5095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- No typing — everything happens through speech</a:t>
          </a:r>
        </a:p>
      </dsp:txBody>
      <dsp:txXfrm>
        <a:off x="556136" y="602229"/>
        <a:ext cx="9061996" cy="481503"/>
      </dsp:txXfrm>
    </dsp:sp>
    <dsp:sp modelId="{C083982D-C46D-41B3-B7EC-001D29370B26}">
      <dsp:nvSpPr>
        <dsp:cNvPr id="0" name=""/>
        <dsp:cNvSpPr/>
      </dsp:nvSpPr>
      <dsp:spPr>
        <a:xfrm>
          <a:off x="0" y="1204109"/>
          <a:ext cx="9618133" cy="48150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718A3B-78A2-4464-92B0-952C68A63B4A}">
      <dsp:nvSpPr>
        <dsp:cNvPr id="0" name=""/>
        <dsp:cNvSpPr/>
      </dsp:nvSpPr>
      <dsp:spPr>
        <a:xfrm>
          <a:off x="145654" y="1312447"/>
          <a:ext cx="264827" cy="26482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6D2FE7-40E3-4AB3-B18F-6D9368F9CE19}">
      <dsp:nvSpPr>
        <dsp:cNvPr id="0" name=""/>
        <dsp:cNvSpPr/>
      </dsp:nvSpPr>
      <dsp:spPr>
        <a:xfrm>
          <a:off x="556136" y="1204109"/>
          <a:ext cx="9061996" cy="4815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959" tIns="50959" rIns="50959" bIns="5095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- System picks a secret number</a:t>
          </a:r>
        </a:p>
      </dsp:txBody>
      <dsp:txXfrm>
        <a:off x="556136" y="1204109"/>
        <a:ext cx="9061996" cy="481503"/>
      </dsp:txXfrm>
    </dsp:sp>
    <dsp:sp modelId="{15467F40-B693-4C32-9F03-079EDECA4141}">
      <dsp:nvSpPr>
        <dsp:cNvPr id="0" name=""/>
        <dsp:cNvSpPr/>
      </dsp:nvSpPr>
      <dsp:spPr>
        <a:xfrm>
          <a:off x="0" y="1805989"/>
          <a:ext cx="9618133" cy="48150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5F82DD-4ED3-4299-AEB1-6D53DAE859A0}">
      <dsp:nvSpPr>
        <dsp:cNvPr id="0" name=""/>
        <dsp:cNvSpPr/>
      </dsp:nvSpPr>
      <dsp:spPr>
        <a:xfrm>
          <a:off x="145654" y="1914327"/>
          <a:ext cx="264827" cy="26482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9910D1-3C25-4398-A8A1-222B1D5A148E}">
      <dsp:nvSpPr>
        <dsp:cNvPr id="0" name=""/>
        <dsp:cNvSpPr/>
      </dsp:nvSpPr>
      <dsp:spPr>
        <a:xfrm>
          <a:off x="556136" y="1805989"/>
          <a:ext cx="9061996" cy="4815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959" tIns="50959" rIns="50959" bIns="5095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- Player guesses by speaking</a:t>
          </a:r>
        </a:p>
      </dsp:txBody>
      <dsp:txXfrm>
        <a:off x="556136" y="1805989"/>
        <a:ext cx="9061996" cy="481503"/>
      </dsp:txXfrm>
    </dsp:sp>
    <dsp:sp modelId="{5CEBF7F5-95BB-484F-8EBC-97BCFF38735B}">
      <dsp:nvSpPr>
        <dsp:cNvPr id="0" name=""/>
        <dsp:cNvSpPr/>
      </dsp:nvSpPr>
      <dsp:spPr>
        <a:xfrm>
          <a:off x="0" y="2407868"/>
          <a:ext cx="9618133" cy="48150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CB3E00-46B2-4D2C-8A53-0EF10C3A5C79}">
      <dsp:nvSpPr>
        <dsp:cNvPr id="0" name=""/>
        <dsp:cNvSpPr/>
      </dsp:nvSpPr>
      <dsp:spPr>
        <a:xfrm>
          <a:off x="145654" y="2516207"/>
          <a:ext cx="264827" cy="26482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ECD2ED-4D13-4E7C-8733-E72493F99DB1}">
      <dsp:nvSpPr>
        <dsp:cNvPr id="0" name=""/>
        <dsp:cNvSpPr/>
      </dsp:nvSpPr>
      <dsp:spPr>
        <a:xfrm>
          <a:off x="556136" y="2407868"/>
          <a:ext cx="9061996" cy="4815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959" tIns="50959" rIns="50959" bIns="5095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- System responds with spoken feedback after each guess</a:t>
          </a:r>
        </a:p>
      </dsp:txBody>
      <dsp:txXfrm>
        <a:off x="556136" y="2407868"/>
        <a:ext cx="9061996" cy="481503"/>
      </dsp:txXfrm>
    </dsp:sp>
    <dsp:sp modelId="{AB299427-1FDB-4730-9869-5F111F4F109F}">
      <dsp:nvSpPr>
        <dsp:cNvPr id="0" name=""/>
        <dsp:cNvSpPr/>
      </dsp:nvSpPr>
      <dsp:spPr>
        <a:xfrm>
          <a:off x="0" y="3009748"/>
          <a:ext cx="9618133" cy="48150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EDC60C-AFD2-4619-81BC-9E0E5533B005}">
      <dsp:nvSpPr>
        <dsp:cNvPr id="0" name=""/>
        <dsp:cNvSpPr/>
      </dsp:nvSpPr>
      <dsp:spPr>
        <a:xfrm>
          <a:off x="145654" y="3118086"/>
          <a:ext cx="264827" cy="26482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917313-2B13-4F0C-8D69-894E422B9209}">
      <dsp:nvSpPr>
        <dsp:cNvPr id="0" name=""/>
        <dsp:cNvSpPr/>
      </dsp:nvSpPr>
      <dsp:spPr>
        <a:xfrm>
          <a:off x="556136" y="3009748"/>
          <a:ext cx="9061996" cy="4815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959" tIns="50959" rIns="50959" bIns="5095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- Player can ask for hints by speaking naturally</a:t>
          </a:r>
        </a:p>
      </dsp:txBody>
      <dsp:txXfrm>
        <a:off x="556136" y="3009748"/>
        <a:ext cx="9061996" cy="481503"/>
      </dsp:txXfrm>
    </dsp:sp>
    <dsp:sp modelId="{4719E375-FCC6-4CC7-A688-758DF0BDB437}">
      <dsp:nvSpPr>
        <dsp:cNvPr id="0" name=""/>
        <dsp:cNvSpPr/>
      </dsp:nvSpPr>
      <dsp:spPr>
        <a:xfrm>
          <a:off x="0" y="3611628"/>
          <a:ext cx="9618133" cy="48150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D55D04-6D21-49AC-B048-472520A215DF}">
      <dsp:nvSpPr>
        <dsp:cNvPr id="0" name=""/>
        <dsp:cNvSpPr/>
      </dsp:nvSpPr>
      <dsp:spPr>
        <a:xfrm>
          <a:off x="145654" y="3719966"/>
          <a:ext cx="264827" cy="26482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922ED1-B767-4A62-AA0F-4665F1F4BC2E}">
      <dsp:nvSpPr>
        <dsp:cNvPr id="0" name=""/>
        <dsp:cNvSpPr/>
      </dsp:nvSpPr>
      <dsp:spPr>
        <a:xfrm>
          <a:off x="556136" y="3611628"/>
          <a:ext cx="9061996" cy="4815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959" tIns="50959" rIns="50959" bIns="5095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- Game ends with win, loss or timeout</a:t>
          </a:r>
        </a:p>
      </dsp:txBody>
      <dsp:txXfrm>
        <a:off x="556136" y="3611628"/>
        <a:ext cx="9061996" cy="4815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D3D50B-6233-4D13-A7D4-34D096F42CE1}">
      <dsp:nvSpPr>
        <dsp:cNvPr id="0" name=""/>
        <dsp:cNvSpPr/>
      </dsp:nvSpPr>
      <dsp:spPr>
        <a:xfrm>
          <a:off x="0" y="1324"/>
          <a:ext cx="9618133" cy="56425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CF9A98-4286-4624-ACA2-27595B0BF812}">
      <dsp:nvSpPr>
        <dsp:cNvPr id="0" name=""/>
        <dsp:cNvSpPr/>
      </dsp:nvSpPr>
      <dsp:spPr>
        <a:xfrm>
          <a:off x="170686" y="128281"/>
          <a:ext cx="310339" cy="3103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3FA40B-BFB5-4D03-B2F3-FE019DC43864}">
      <dsp:nvSpPr>
        <dsp:cNvPr id="0" name=""/>
        <dsp:cNvSpPr/>
      </dsp:nvSpPr>
      <dsp:spPr>
        <a:xfrm>
          <a:off x="651712" y="1324"/>
          <a:ext cx="8966420" cy="5642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717" tIns="59717" rIns="59717" bIns="5971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Platform: </a:t>
          </a:r>
        </a:p>
      </dsp:txBody>
      <dsp:txXfrm>
        <a:off x="651712" y="1324"/>
        <a:ext cx="8966420" cy="564252"/>
      </dsp:txXfrm>
    </dsp:sp>
    <dsp:sp modelId="{E95DCB8D-55A7-4A98-8D91-C18C1982D330}">
      <dsp:nvSpPr>
        <dsp:cNvPr id="0" name=""/>
        <dsp:cNvSpPr/>
      </dsp:nvSpPr>
      <dsp:spPr>
        <a:xfrm>
          <a:off x="0" y="706640"/>
          <a:ext cx="9618133" cy="56425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799F2B-CE32-41CC-AD87-7B494D85BE14}">
      <dsp:nvSpPr>
        <dsp:cNvPr id="0" name=""/>
        <dsp:cNvSpPr/>
      </dsp:nvSpPr>
      <dsp:spPr>
        <a:xfrm>
          <a:off x="170686" y="833597"/>
          <a:ext cx="310339" cy="3103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921524-F922-480D-9D74-C9826FA0065E}">
      <dsp:nvSpPr>
        <dsp:cNvPr id="0" name=""/>
        <dsp:cNvSpPr/>
      </dsp:nvSpPr>
      <dsp:spPr>
        <a:xfrm>
          <a:off x="651712" y="706640"/>
          <a:ext cx="8966420" cy="5642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717" tIns="59717" rIns="59717" bIns="5971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Browser-based web application</a:t>
          </a:r>
        </a:p>
      </dsp:txBody>
      <dsp:txXfrm>
        <a:off x="651712" y="706640"/>
        <a:ext cx="8966420" cy="564252"/>
      </dsp:txXfrm>
    </dsp:sp>
    <dsp:sp modelId="{57F20E23-3DE7-4087-82B5-A7AEDC69F2DA}">
      <dsp:nvSpPr>
        <dsp:cNvPr id="0" name=""/>
        <dsp:cNvSpPr/>
      </dsp:nvSpPr>
      <dsp:spPr>
        <a:xfrm>
          <a:off x="0" y="1411956"/>
          <a:ext cx="9618133" cy="56425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A714B8-DCBB-455C-8380-A352FEF00B4E}">
      <dsp:nvSpPr>
        <dsp:cNvPr id="0" name=""/>
        <dsp:cNvSpPr/>
      </dsp:nvSpPr>
      <dsp:spPr>
        <a:xfrm>
          <a:off x="170686" y="1538913"/>
          <a:ext cx="310339" cy="3103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9870D2-7AED-4564-9CC9-383062651225}">
      <dsp:nvSpPr>
        <dsp:cNvPr id="0" name=""/>
        <dsp:cNvSpPr/>
      </dsp:nvSpPr>
      <dsp:spPr>
        <a:xfrm>
          <a:off x="651712" y="1411956"/>
          <a:ext cx="8966420" cy="5642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717" tIns="59717" rIns="59717" bIns="5971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Runs in Google Chrome</a:t>
          </a:r>
        </a:p>
      </dsp:txBody>
      <dsp:txXfrm>
        <a:off x="651712" y="1411956"/>
        <a:ext cx="8966420" cy="564252"/>
      </dsp:txXfrm>
    </dsp:sp>
    <dsp:sp modelId="{19ACFC8C-2240-49DC-BD46-D5A3C02E2DA8}">
      <dsp:nvSpPr>
        <dsp:cNvPr id="0" name=""/>
        <dsp:cNvSpPr/>
      </dsp:nvSpPr>
      <dsp:spPr>
        <a:xfrm>
          <a:off x="0" y="2117272"/>
          <a:ext cx="9618133" cy="56425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5DDC80-4A05-43CB-81DE-79131E507575}">
      <dsp:nvSpPr>
        <dsp:cNvPr id="0" name=""/>
        <dsp:cNvSpPr/>
      </dsp:nvSpPr>
      <dsp:spPr>
        <a:xfrm>
          <a:off x="170686" y="2244229"/>
          <a:ext cx="310339" cy="3103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0E59D8-2A93-4B16-8CBE-1F63A086C77F}">
      <dsp:nvSpPr>
        <dsp:cNvPr id="0" name=""/>
        <dsp:cNvSpPr/>
      </dsp:nvSpPr>
      <dsp:spPr>
        <a:xfrm>
          <a:off x="651712" y="2117272"/>
          <a:ext cx="8966420" cy="5642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717" tIns="59717" rIns="59717" bIns="5971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Served locally via Vite development server</a:t>
          </a:r>
        </a:p>
      </dsp:txBody>
      <dsp:txXfrm>
        <a:off x="651712" y="2117272"/>
        <a:ext cx="8966420" cy="564252"/>
      </dsp:txXfrm>
    </dsp:sp>
    <dsp:sp modelId="{58C08FB9-AC02-46D9-B8BF-E5DFFCD9C5F1}">
      <dsp:nvSpPr>
        <dsp:cNvPr id="0" name=""/>
        <dsp:cNvSpPr/>
      </dsp:nvSpPr>
      <dsp:spPr>
        <a:xfrm>
          <a:off x="0" y="2822588"/>
          <a:ext cx="9618133" cy="56425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5AA06C-4288-4F07-9C49-137A06666F65}">
      <dsp:nvSpPr>
        <dsp:cNvPr id="0" name=""/>
        <dsp:cNvSpPr/>
      </dsp:nvSpPr>
      <dsp:spPr>
        <a:xfrm>
          <a:off x="170686" y="2949545"/>
          <a:ext cx="310339" cy="3103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B8A020-44C3-4A0D-A212-436B066FECCE}">
      <dsp:nvSpPr>
        <dsp:cNvPr id="0" name=""/>
        <dsp:cNvSpPr/>
      </dsp:nvSpPr>
      <dsp:spPr>
        <a:xfrm>
          <a:off x="651712" y="2822588"/>
          <a:ext cx="8966420" cy="5642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717" tIns="59717" rIns="59717" bIns="5971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Developed on macOS</a:t>
          </a:r>
        </a:p>
      </dsp:txBody>
      <dsp:txXfrm>
        <a:off x="651712" y="2822588"/>
        <a:ext cx="8966420" cy="564252"/>
      </dsp:txXfrm>
    </dsp:sp>
    <dsp:sp modelId="{F9AA85A0-BB69-4F2B-8BB7-F76FBFB3FA6F}">
      <dsp:nvSpPr>
        <dsp:cNvPr id="0" name=""/>
        <dsp:cNvSpPr/>
      </dsp:nvSpPr>
      <dsp:spPr>
        <a:xfrm>
          <a:off x="0" y="3527904"/>
          <a:ext cx="9618133" cy="56425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C8A02B-001B-400D-A64C-623F934795B6}">
      <dsp:nvSpPr>
        <dsp:cNvPr id="0" name=""/>
        <dsp:cNvSpPr/>
      </dsp:nvSpPr>
      <dsp:spPr>
        <a:xfrm>
          <a:off x="170686" y="3654861"/>
          <a:ext cx="310339" cy="3103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8FF7B3-643A-47FB-ABF5-EBDC98843F39}">
      <dsp:nvSpPr>
        <dsp:cNvPr id="0" name=""/>
        <dsp:cNvSpPr/>
      </dsp:nvSpPr>
      <dsp:spPr>
        <a:xfrm>
          <a:off x="651712" y="3527904"/>
          <a:ext cx="8966420" cy="5642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717" tIns="59717" rIns="59717" bIns="5971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latin typeface="Trebuchet MS" panose="020B0603020202020204"/>
            </a:rPr>
            <a:t>Microsoft Azure</a:t>
          </a:r>
        </a:p>
      </dsp:txBody>
      <dsp:txXfrm>
        <a:off x="651712" y="3527904"/>
        <a:ext cx="8966420" cy="56425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0EE032-4E1D-4E1D-9DAF-FBA97AF9C75B}">
      <dsp:nvSpPr>
        <dsp:cNvPr id="0" name=""/>
        <dsp:cNvSpPr/>
      </dsp:nvSpPr>
      <dsp:spPr>
        <a:xfrm>
          <a:off x="0" y="0"/>
          <a:ext cx="9618133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9B74E2-00AA-46E1-A888-1867FEB83D5E}">
      <dsp:nvSpPr>
        <dsp:cNvPr id="0" name=""/>
        <dsp:cNvSpPr/>
      </dsp:nvSpPr>
      <dsp:spPr>
        <a:xfrm>
          <a:off x="0" y="0"/>
          <a:ext cx="9618133" cy="10233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TypeScript</a:t>
          </a:r>
          <a:r>
            <a:rPr lang="en-US" sz="3400" kern="1200">
              <a:latin typeface="Trebuchet MS" panose="020B0603020202020204"/>
            </a:rPr>
            <a:t> - </a:t>
          </a:r>
          <a:r>
            <a:rPr lang="en-US" sz="3400" kern="1200"/>
            <a:t>strongly typed JavaScript</a:t>
          </a:r>
          <a:endParaRPr lang="en-US" sz="3400" kern="1200">
            <a:latin typeface="Trebuchet MS" panose="020B0603020202020204"/>
          </a:endParaRPr>
        </a:p>
      </dsp:txBody>
      <dsp:txXfrm>
        <a:off x="0" y="0"/>
        <a:ext cx="9618133" cy="1023370"/>
      </dsp:txXfrm>
    </dsp:sp>
    <dsp:sp modelId="{2ED8C864-C059-4A6C-97F5-0648F326D7B5}">
      <dsp:nvSpPr>
        <dsp:cNvPr id="0" name=""/>
        <dsp:cNvSpPr/>
      </dsp:nvSpPr>
      <dsp:spPr>
        <a:xfrm>
          <a:off x="0" y="1023370"/>
          <a:ext cx="9618133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F55269-B51C-463E-8E12-9521D204F47E}">
      <dsp:nvSpPr>
        <dsp:cNvPr id="0" name=""/>
        <dsp:cNvSpPr/>
      </dsp:nvSpPr>
      <dsp:spPr>
        <a:xfrm>
          <a:off x="0" y="1023370"/>
          <a:ext cx="9618133" cy="10233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 err="1"/>
            <a:t>XState</a:t>
          </a:r>
          <a:r>
            <a:rPr lang="en-US" sz="3400" kern="1200" dirty="0"/>
            <a:t> v5 </a:t>
          </a:r>
          <a:r>
            <a:rPr lang="en-US" sz="3400" kern="1200" dirty="0">
              <a:latin typeface="Trebuchet MS" panose="020B0603020202020204"/>
            </a:rPr>
            <a:t>-  </a:t>
          </a:r>
          <a:r>
            <a:rPr lang="en-US" sz="3400" kern="1200" dirty="0"/>
            <a:t>state machine / dialogue manager</a:t>
          </a:r>
        </a:p>
      </dsp:txBody>
      <dsp:txXfrm>
        <a:off x="0" y="1023370"/>
        <a:ext cx="9618133" cy="1023370"/>
      </dsp:txXfrm>
    </dsp:sp>
    <dsp:sp modelId="{BF72DED7-AAB1-45CD-8857-8F13888368FD}">
      <dsp:nvSpPr>
        <dsp:cNvPr id="0" name=""/>
        <dsp:cNvSpPr/>
      </dsp:nvSpPr>
      <dsp:spPr>
        <a:xfrm>
          <a:off x="0" y="2046741"/>
          <a:ext cx="9618133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C5AC43-BE80-4A49-9584-014BA5C4F608}">
      <dsp:nvSpPr>
        <dsp:cNvPr id="0" name=""/>
        <dsp:cNvSpPr/>
      </dsp:nvSpPr>
      <dsp:spPr>
        <a:xfrm>
          <a:off x="0" y="2046741"/>
          <a:ext cx="9618133" cy="10233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 </a:t>
          </a:r>
          <a:r>
            <a:rPr lang="en-US" sz="3400" kern="1200" dirty="0" err="1"/>
            <a:t>SpeechState</a:t>
          </a:r>
          <a:r>
            <a:rPr lang="en-US" sz="3400" kern="1200" dirty="0"/>
            <a:t> v2.15</a:t>
          </a:r>
          <a:r>
            <a:rPr lang="en-US" sz="3400" kern="1200" dirty="0">
              <a:latin typeface="Trebuchet MS" panose="020B0603020202020204"/>
            </a:rPr>
            <a:t> -</a:t>
          </a:r>
          <a:r>
            <a:rPr lang="en-US" sz="3400" kern="1200" dirty="0"/>
            <a:t> </a:t>
          </a:r>
          <a:r>
            <a:rPr lang="en-US" sz="3400" kern="1200" dirty="0">
              <a:latin typeface="Trebuchet MS" panose="020B0603020202020204"/>
            </a:rPr>
            <a:t> </a:t>
          </a:r>
          <a:r>
            <a:rPr lang="en-US" sz="3400" kern="1200" dirty="0"/>
            <a:t>speech integration library</a:t>
          </a:r>
        </a:p>
      </dsp:txBody>
      <dsp:txXfrm>
        <a:off x="0" y="2046741"/>
        <a:ext cx="9618133" cy="1023370"/>
      </dsp:txXfrm>
    </dsp:sp>
    <dsp:sp modelId="{8AE4B460-10EF-402E-A4DE-B33CC1994DFC}">
      <dsp:nvSpPr>
        <dsp:cNvPr id="0" name=""/>
        <dsp:cNvSpPr/>
      </dsp:nvSpPr>
      <dsp:spPr>
        <a:xfrm>
          <a:off x="0" y="3070111"/>
          <a:ext cx="9618133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9F5202-3920-4ACA-8658-70FF32458CE7}">
      <dsp:nvSpPr>
        <dsp:cNvPr id="0" name=""/>
        <dsp:cNvSpPr/>
      </dsp:nvSpPr>
      <dsp:spPr>
        <a:xfrm>
          <a:off x="0" y="3070111"/>
          <a:ext cx="9618133" cy="10233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Vite </a:t>
          </a:r>
          <a:r>
            <a:rPr lang="en-US" sz="3400" kern="1200">
              <a:latin typeface="Trebuchet MS" panose="020B0603020202020204"/>
            </a:rPr>
            <a:t>v8 - build</a:t>
          </a:r>
          <a:r>
            <a:rPr lang="en-US" sz="3400" kern="1200"/>
            <a:t> tool and dev server</a:t>
          </a:r>
        </a:p>
      </dsp:txBody>
      <dsp:txXfrm>
        <a:off x="0" y="3070111"/>
        <a:ext cx="9618133" cy="102337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745DDC-AEC9-49E3-BB11-B737CEBC34F0}">
      <dsp:nvSpPr>
        <dsp:cNvPr id="0" name=""/>
        <dsp:cNvSpPr/>
      </dsp:nvSpPr>
      <dsp:spPr>
        <a:xfrm>
          <a:off x="0" y="1324"/>
          <a:ext cx="9618133" cy="56425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2EC91F-FB8D-4E24-97CE-1B6822733628}">
      <dsp:nvSpPr>
        <dsp:cNvPr id="0" name=""/>
        <dsp:cNvSpPr/>
      </dsp:nvSpPr>
      <dsp:spPr>
        <a:xfrm>
          <a:off x="170686" y="128281"/>
          <a:ext cx="310339" cy="3103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BE0DED-715C-4315-AF3E-DD5958096BD4}">
      <dsp:nvSpPr>
        <dsp:cNvPr id="0" name=""/>
        <dsp:cNvSpPr/>
      </dsp:nvSpPr>
      <dsp:spPr>
        <a:xfrm>
          <a:off x="651712" y="1324"/>
          <a:ext cx="8966420" cy="5642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717" tIns="59717" rIns="59717" bIns="5971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Web Speech API      — browser standard for microphone access</a:t>
          </a:r>
        </a:p>
      </dsp:txBody>
      <dsp:txXfrm>
        <a:off x="651712" y="1324"/>
        <a:ext cx="8966420" cy="564252"/>
      </dsp:txXfrm>
    </dsp:sp>
    <dsp:sp modelId="{B9E06BA9-71C3-4E94-B207-24AE44561173}">
      <dsp:nvSpPr>
        <dsp:cNvPr id="0" name=""/>
        <dsp:cNvSpPr/>
      </dsp:nvSpPr>
      <dsp:spPr>
        <a:xfrm>
          <a:off x="0" y="706640"/>
          <a:ext cx="9618133" cy="56425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FFD132-384B-440C-85B3-D342CFD42B43}">
      <dsp:nvSpPr>
        <dsp:cNvPr id="0" name=""/>
        <dsp:cNvSpPr/>
      </dsp:nvSpPr>
      <dsp:spPr>
        <a:xfrm>
          <a:off x="170686" y="833597"/>
          <a:ext cx="310339" cy="3103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14ED8B-3E83-4D91-B770-D6832B5D676E}">
      <dsp:nvSpPr>
        <dsp:cNvPr id="0" name=""/>
        <dsp:cNvSpPr/>
      </dsp:nvSpPr>
      <dsp:spPr>
        <a:xfrm>
          <a:off x="651712" y="706640"/>
          <a:ext cx="8966420" cy="5642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717" tIns="59717" rIns="59717" bIns="5971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SCXML / </a:t>
          </a:r>
          <a:r>
            <a:rPr lang="en-US" sz="1900" kern="1200" err="1"/>
            <a:t>Statecharts</a:t>
          </a:r>
          <a:r>
            <a:rPr lang="en-US" sz="1900" kern="1200"/>
            <a:t> — standard for modelling dialogue as state machines</a:t>
          </a:r>
        </a:p>
      </dsp:txBody>
      <dsp:txXfrm>
        <a:off x="651712" y="706640"/>
        <a:ext cx="8966420" cy="564252"/>
      </dsp:txXfrm>
    </dsp:sp>
    <dsp:sp modelId="{976870C4-9FAB-42EB-AE1D-F441BD4D0191}">
      <dsp:nvSpPr>
        <dsp:cNvPr id="0" name=""/>
        <dsp:cNvSpPr/>
      </dsp:nvSpPr>
      <dsp:spPr>
        <a:xfrm>
          <a:off x="0" y="1411956"/>
          <a:ext cx="9618133" cy="56425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783012-A806-4D08-B5E0-EDB516F7E009}">
      <dsp:nvSpPr>
        <dsp:cNvPr id="0" name=""/>
        <dsp:cNvSpPr/>
      </dsp:nvSpPr>
      <dsp:spPr>
        <a:xfrm>
          <a:off x="170686" y="1538913"/>
          <a:ext cx="310339" cy="3103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656BC2-9979-4196-893A-53B9F8E9767A}">
      <dsp:nvSpPr>
        <dsp:cNvPr id="0" name=""/>
        <dsp:cNvSpPr/>
      </dsp:nvSpPr>
      <dsp:spPr>
        <a:xfrm>
          <a:off x="651712" y="1411956"/>
          <a:ext cx="8966420" cy="5642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717" tIns="59717" rIns="59717" bIns="5971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ES Modules          — modern JavaScript module system (import/export)</a:t>
          </a:r>
        </a:p>
      </dsp:txBody>
      <dsp:txXfrm>
        <a:off x="651712" y="1411956"/>
        <a:ext cx="8966420" cy="564252"/>
      </dsp:txXfrm>
    </dsp:sp>
    <dsp:sp modelId="{B5591D8E-2B5F-4DB8-B8D1-7C85A4F715D0}">
      <dsp:nvSpPr>
        <dsp:cNvPr id="0" name=""/>
        <dsp:cNvSpPr/>
      </dsp:nvSpPr>
      <dsp:spPr>
        <a:xfrm>
          <a:off x="0" y="2117272"/>
          <a:ext cx="9618133" cy="56425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B10D51-ADE8-49BD-B8C3-2282D683F4C1}">
      <dsp:nvSpPr>
        <dsp:cNvPr id="0" name=""/>
        <dsp:cNvSpPr/>
      </dsp:nvSpPr>
      <dsp:spPr>
        <a:xfrm>
          <a:off x="170686" y="2244229"/>
          <a:ext cx="310339" cy="3103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4BEEC5-FB6E-4FAB-9536-75DCBB1FA07D}">
      <dsp:nvSpPr>
        <dsp:cNvPr id="0" name=""/>
        <dsp:cNvSpPr/>
      </dsp:nvSpPr>
      <dsp:spPr>
        <a:xfrm>
          <a:off x="651712" y="2117272"/>
          <a:ext cx="8966420" cy="5642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717" tIns="59717" rIns="59717" bIns="5971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REST API            — Azure token endpoint for authentication</a:t>
          </a:r>
        </a:p>
      </dsp:txBody>
      <dsp:txXfrm>
        <a:off x="651712" y="2117272"/>
        <a:ext cx="8966420" cy="564252"/>
      </dsp:txXfrm>
    </dsp:sp>
    <dsp:sp modelId="{E417CEB8-91B9-4C1D-86CA-06F7BD70B726}">
      <dsp:nvSpPr>
        <dsp:cNvPr id="0" name=""/>
        <dsp:cNvSpPr/>
      </dsp:nvSpPr>
      <dsp:spPr>
        <a:xfrm>
          <a:off x="0" y="2822588"/>
          <a:ext cx="9618133" cy="56425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6DD446-82DA-4C50-8A56-FDAF362DA2EE}">
      <dsp:nvSpPr>
        <dsp:cNvPr id="0" name=""/>
        <dsp:cNvSpPr/>
      </dsp:nvSpPr>
      <dsp:spPr>
        <a:xfrm>
          <a:off x="170686" y="2949545"/>
          <a:ext cx="310339" cy="3103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BD0CF2-936C-4937-8F70-F0B5CBECF845}">
      <dsp:nvSpPr>
        <dsp:cNvPr id="0" name=""/>
        <dsp:cNvSpPr/>
      </dsp:nvSpPr>
      <dsp:spPr>
        <a:xfrm>
          <a:off x="651712" y="2822588"/>
          <a:ext cx="8966420" cy="5642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717" tIns="59717" rIns="59717" bIns="5971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TypeScript strict mode — type safety standard</a:t>
          </a:r>
        </a:p>
      </dsp:txBody>
      <dsp:txXfrm>
        <a:off x="651712" y="2822588"/>
        <a:ext cx="8966420" cy="564252"/>
      </dsp:txXfrm>
    </dsp:sp>
    <dsp:sp modelId="{B53E2C6B-6832-4F87-A35D-B9D579724BFB}">
      <dsp:nvSpPr>
        <dsp:cNvPr id="0" name=""/>
        <dsp:cNvSpPr/>
      </dsp:nvSpPr>
      <dsp:spPr>
        <a:xfrm>
          <a:off x="0" y="3527904"/>
          <a:ext cx="9618133" cy="56425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457874-2554-424B-81E8-6A23677B30A2}">
      <dsp:nvSpPr>
        <dsp:cNvPr id="0" name=""/>
        <dsp:cNvSpPr/>
      </dsp:nvSpPr>
      <dsp:spPr>
        <a:xfrm>
          <a:off x="170686" y="3654861"/>
          <a:ext cx="310339" cy="3103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E27B3D-4F50-4CE9-B1AF-46B43A78194F}">
      <dsp:nvSpPr>
        <dsp:cNvPr id="0" name=""/>
        <dsp:cNvSpPr/>
      </dsp:nvSpPr>
      <dsp:spPr>
        <a:xfrm>
          <a:off x="651712" y="3527904"/>
          <a:ext cx="8966420" cy="5642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717" tIns="59717" rIns="59717" bIns="5971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SSML                — Speech Synthesis Markup Language for TTS</a:t>
          </a:r>
        </a:p>
      </dsp:txBody>
      <dsp:txXfrm>
        <a:off x="651712" y="3527904"/>
        <a:ext cx="8966420" cy="56425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B102D3-D919-4CA5-A301-D816D8144BD9}">
      <dsp:nvSpPr>
        <dsp:cNvPr id="0" name=""/>
        <dsp:cNvSpPr/>
      </dsp:nvSpPr>
      <dsp:spPr>
        <a:xfrm>
          <a:off x="0" y="499"/>
          <a:ext cx="9618133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0F030B-6E0F-4D46-B48D-7A79821F397B}">
      <dsp:nvSpPr>
        <dsp:cNvPr id="0" name=""/>
        <dsp:cNvSpPr/>
      </dsp:nvSpPr>
      <dsp:spPr>
        <a:xfrm>
          <a:off x="0" y="499"/>
          <a:ext cx="9618133" cy="4547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Problem:</a:t>
          </a:r>
        </a:p>
      </dsp:txBody>
      <dsp:txXfrm>
        <a:off x="0" y="499"/>
        <a:ext cx="9618133" cy="454720"/>
      </dsp:txXfrm>
    </dsp:sp>
    <dsp:sp modelId="{FD61E23C-6667-4D42-AB67-09D0DBCE5914}">
      <dsp:nvSpPr>
        <dsp:cNvPr id="0" name=""/>
        <dsp:cNvSpPr/>
      </dsp:nvSpPr>
      <dsp:spPr>
        <a:xfrm>
          <a:off x="0" y="455219"/>
          <a:ext cx="9618133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65E8FA-CC65-48EC-99F2-C2F67CFF7D79}">
      <dsp:nvSpPr>
        <dsp:cNvPr id="0" name=""/>
        <dsp:cNvSpPr/>
      </dsp:nvSpPr>
      <dsp:spPr>
        <a:xfrm>
          <a:off x="0" y="455219"/>
          <a:ext cx="9618133" cy="4547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- Hard level numbers are very large e.g. 96690</a:t>
          </a:r>
        </a:p>
      </dsp:txBody>
      <dsp:txXfrm>
        <a:off x="0" y="455219"/>
        <a:ext cx="9618133" cy="454720"/>
      </dsp:txXfrm>
    </dsp:sp>
    <dsp:sp modelId="{26AA49B8-D655-4E02-A466-E90843C70096}">
      <dsp:nvSpPr>
        <dsp:cNvPr id="0" name=""/>
        <dsp:cNvSpPr/>
      </dsp:nvSpPr>
      <dsp:spPr>
        <a:xfrm>
          <a:off x="0" y="909940"/>
          <a:ext cx="9618133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3C1A3F-B7D8-48AB-88E5-3FA1B37FA92F}">
      <dsp:nvSpPr>
        <dsp:cNvPr id="0" name=""/>
        <dsp:cNvSpPr/>
      </dsp:nvSpPr>
      <dsp:spPr>
        <a:xfrm>
          <a:off x="0" y="909940"/>
          <a:ext cx="9618133" cy="4547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- ASR sometimes transcribed them with spaces: "96 690"</a:t>
          </a:r>
        </a:p>
      </dsp:txBody>
      <dsp:txXfrm>
        <a:off x="0" y="909940"/>
        <a:ext cx="9618133" cy="454720"/>
      </dsp:txXfrm>
    </dsp:sp>
    <dsp:sp modelId="{F84CF606-5527-47AD-BE3F-F8795FC3D4F2}">
      <dsp:nvSpPr>
        <dsp:cNvPr id="0" name=""/>
        <dsp:cNvSpPr/>
      </dsp:nvSpPr>
      <dsp:spPr>
        <a:xfrm>
          <a:off x="0" y="1364660"/>
          <a:ext cx="9618133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3314E9-C9C3-45C2-AB0A-0651F1391356}">
      <dsp:nvSpPr>
        <dsp:cNvPr id="0" name=""/>
        <dsp:cNvSpPr/>
      </dsp:nvSpPr>
      <dsp:spPr>
        <a:xfrm>
          <a:off x="0" y="1364660"/>
          <a:ext cx="9618133" cy="4547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- parseSpokenNumber() could not parse "96 690" as a number</a:t>
          </a:r>
        </a:p>
      </dsp:txBody>
      <dsp:txXfrm>
        <a:off x="0" y="1364660"/>
        <a:ext cx="9618133" cy="454720"/>
      </dsp:txXfrm>
    </dsp:sp>
    <dsp:sp modelId="{5667FAC5-29AE-4C36-8CAC-485581E260C3}">
      <dsp:nvSpPr>
        <dsp:cNvPr id="0" name=""/>
        <dsp:cNvSpPr/>
      </dsp:nvSpPr>
      <dsp:spPr>
        <a:xfrm>
          <a:off x="0" y="1819380"/>
          <a:ext cx="9618133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D40CFA-AD6C-42BF-BBBE-97153110A942}">
      <dsp:nvSpPr>
        <dsp:cNvPr id="0" name=""/>
        <dsp:cNvSpPr/>
      </dsp:nvSpPr>
      <dsp:spPr>
        <a:xfrm>
          <a:off x="0" y="1819380"/>
          <a:ext cx="9618133" cy="4547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- Went to NoInput instead of CheckGuess</a:t>
          </a:r>
        </a:p>
      </dsp:txBody>
      <dsp:txXfrm>
        <a:off x="0" y="1819380"/>
        <a:ext cx="9618133" cy="454720"/>
      </dsp:txXfrm>
    </dsp:sp>
    <dsp:sp modelId="{1E4239A4-4E1C-4AC9-8A8C-A0B3BF74E712}">
      <dsp:nvSpPr>
        <dsp:cNvPr id="0" name=""/>
        <dsp:cNvSpPr/>
      </dsp:nvSpPr>
      <dsp:spPr>
        <a:xfrm>
          <a:off x="0" y="2274101"/>
          <a:ext cx="9618133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BDFEA6-C906-42C6-91C2-D4859D661094}">
      <dsp:nvSpPr>
        <dsp:cNvPr id="0" name=""/>
        <dsp:cNvSpPr/>
      </dsp:nvSpPr>
      <dsp:spPr>
        <a:xfrm>
          <a:off x="0" y="2274101"/>
          <a:ext cx="9618133" cy="4547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Solution:</a:t>
          </a:r>
        </a:p>
      </dsp:txBody>
      <dsp:txXfrm>
        <a:off x="0" y="2274101"/>
        <a:ext cx="9618133" cy="454720"/>
      </dsp:txXfrm>
    </dsp:sp>
    <dsp:sp modelId="{F505B3F8-3C53-4799-9C60-890415E1D448}">
      <dsp:nvSpPr>
        <dsp:cNvPr id="0" name=""/>
        <dsp:cNvSpPr/>
      </dsp:nvSpPr>
      <dsp:spPr>
        <a:xfrm>
          <a:off x="0" y="2728821"/>
          <a:ext cx="9618133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71C1FC-766B-4713-BCCA-501D7D49EBFC}">
      <dsp:nvSpPr>
        <dsp:cNvPr id="0" name=""/>
        <dsp:cNvSpPr/>
      </dsp:nvSpPr>
      <dsp:spPr>
        <a:xfrm>
          <a:off x="0" y="2728821"/>
          <a:ext cx="9618133" cy="4547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- Added space removal before parsing:</a:t>
          </a:r>
        </a:p>
      </dsp:txBody>
      <dsp:txXfrm>
        <a:off x="0" y="2728821"/>
        <a:ext cx="9618133" cy="454720"/>
      </dsp:txXfrm>
    </dsp:sp>
    <dsp:sp modelId="{F4FD467E-A7B2-42A3-938B-DDB74862960E}">
      <dsp:nvSpPr>
        <dsp:cNvPr id="0" name=""/>
        <dsp:cNvSpPr/>
      </dsp:nvSpPr>
      <dsp:spPr>
        <a:xfrm>
          <a:off x="0" y="3183541"/>
          <a:ext cx="9618133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A2B7C3-C5B5-4F54-9321-38A74EA6CA5A}">
      <dsp:nvSpPr>
        <dsp:cNvPr id="0" name=""/>
        <dsp:cNvSpPr/>
      </dsp:nvSpPr>
      <dsp:spPr>
        <a:xfrm>
          <a:off x="0" y="3183541"/>
          <a:ext cx="9618133" cy="4547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utterance.replace(/\s+/g, "")</a:t>
          </a:r>
        </a:p>
      </dsp:txBody>
      <dsp:txXfrm>
        <a:off x="0" y="3183541"/>
        <a:ext cx="9618133" cy="454720"/>
      </dsp:txXfrm>
    </dsp:sp>
    <dsp:sp modelId="{D9686B4B-9F89-484F-8F51-A9D07B71DDDC}">
      <dsp:nvSpPr>
        <dsp:cNvPr id="0" name=""/>
        <dsp:cNvSpPr/>
      </dsp:nvSpPr>
      <dsp:spPr>
        <a:xfrm>
          <a:off x="0" y="3638262"/>
          <a:ext cx="9618133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E45343-3990-43EF-887E-794795EBA77D}">
      <dsp:nvSpPr>
        <dsp:cNvPr id="0" name=""/>
        <dsp:cNvSpPr/>
      </dsp:nvSpPr>
      <dsp:spPr>
        <a:xfrm>
          <a:off x="0" y="3638262"/>
          <a:ext cx="9618133" cy="4547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- "96 690" → "96690" → parsed correctly as 96690</a:t>
          </a:r>
        </a:p>
      </dsp:txBody>
      <dsp:txXfrm>
        <a:off x="0" y="3638262"/>
        <a:ext cx="9618133" cy="45472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78D0A4-23ED-414E-969F-402E13E2A79E}">
      <dsp:nvSpPr>
        <dsp:cNvPr id="0" name=""/>
        <dsp:cNvSpPr/>
      </dsp:nvSpPr>
      <dsp:spPr>
        <a:xfrm>
          <a:off x="0" y="499"/>
          <a:ext cx="9618133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AB24C0-FE01-4693-BC61-2B2D19271998}">
      <dsp:nvSpPr>
        <dsp:cNvPr id="0" name=""/>
        <dsp:cNvSpPr/>
      </dsp:nvSpPr>
      <dsp:spPr>
        <a:xfrm>
          <a:off x="0" y="499"/>
          <a:ext cx="9618133" cy="409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Problem:</a:t>
          </a:r>
        </a:p>
      </dsp:txBody>
      <dsp:txXfrm>
        <a:off x="0" y="499"/>
        <a:ext cx="9618133" cy="409248"/>
      </dsp:txXfrm>
    </dsp:sp>
    <dsp:sp modelId="{36C1E5ED-0EC2-42A2-B25D-997CC30F7507}">
      <dsp:nvSpPr>
        <dsp:cNvPr id="0" name=""/>
        <dsp:cNvSpPr/>
      </dsp:nvSpPr>
      <dsp:spPr>
        <a:xfrm>
          <a:off x="0" y="409747"/>
          <a:ext cx="9618133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9710B0-64D8-424D-9EEC-4CD0C3856983}">
      <dsp:nvSpPr>
        <dsp:cNvPr id="0" name=""/>
        <dsp:cNvSpPr/>
      </dsp:nvSpPr>
      <dsp:spPr>
        <a:xfrm>
          <a:off x="0" y="409747"/>
          <a:ext cx="9618133" cy="409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Hard level numbers are very long to say</a:t>
          </a:r>
        </a:p>
      </dsp:txBody>
      <dsp:txXfrm>
        <a:off x="0" y="409747"/>
        <a:ext cx="9618133" cy="409248"/>
      </dsp:txXfrm>
    </dsp:sp>
    <dsp:sp modelId="{601723B8-D348-4E03-B037-493C0470D0ED}">
      <dsp:nvSpPr>
        <dsp:cNvPr id="0" name=""/>
        <dsp:cNvSpPr/>
      </dsp:nvSpPr>
      <dsp:spPr>
        <a:xfrm>
          <a:off x="0" y="818996"/>
          <a:ext cx="9618133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9F46F7-0CAA-41EA-83EB-8AEC9353B681}">
      <dsp:nvSpPr>
        <dsp:cNvPr id="0" name=""/>
        <dsp:cNvSpPr/>
      </dsp:nvSpPr>
      <dsp:spPr>
        <a:xfrm>
          <a:off x="0" y="818996"/>
          <a:ext cx="9618133" cy="409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E.g. "Thirty four thousand five hundred and twelve"</a:t>
          </a:r>
        </a:p>
      </dsp:txBody>
      <dsp:txXfrm>
        <a:off x="0" y="818996"/>
        <a:ext cx="9618133" cy="409248"/>
      </dsp:txXfrm>
    </dsp:sp>
    <dsp:sp modelId="{1695B59F-D628-4B38-9A9C-D12EE6073D89}">
      <dsp:nvSpPr>
        <dsp:cNvPr id="0" name=""/>
        <dsp:cNvSpPr/>
      </dsp:nvSpPr>
      <dsp:spPr>
        <a:xfrm>
          <a:off x="0" y="1228244"/>
          <a:ext cx="9618133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07744F-A5E6-4DB4-A2FC-416D7B0AAE31}">
      <dsp:nvSpPr>
        <dsp:cNvPr id="0" name=""/>
        <dsp:cNvSpPr/>
      </dsp:nvSpPr>
      <dsp:spPr>
        <a:xfrm>
          <a:off x="0" y="1228244"/>
          <a:ext cx="9618133" cy="409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ASR would cut off before user finished speaking</a:t>
          </a:r>
        </a:p>
      </dsp:txBody>
      <dsp:txXfrm>
        <a:off x="0" y="1228244"/>
        <a:ext cx="9618133" cy="409248"/>
      </dsp:txXfrm>
    </dsp:sp>
    <dsp:sp modelId="{9A5EF0DE-DDFB-4667-8A1F-229E626BF93B}">
      <dsp:nvSpPr>
        <dsp:cNvPr id="0" name=""/>
        <dsp:cNvSpPr/>
      </dsp:nvSpPr>
      <dsp:spPr>
        <a:xfrm>
          <a:off x="0" y="1637492"/>
          <a:ext cx="9618133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F4CD13-B994-429F-AC6F-94D8660BEE34}">
      <dsp:nvSpPr>
        <dsp:cNvPr id="0" name=""/>
        <dsp:cNvSpPr/>
      </dsp:nvSpPr>
      <dsp:spPr>
        <a:xfrm>
          <a:off x="0" y="1637492"/>
          <a:ext cx="9618133" cy="409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Guess was processed incorrectly or not at all</a:t>
          </a:r>
        </a:p>
      </dsp:txBody>
      <dsp:txXfrm>
        <a:off x="0" y="1637492"/>
        <a:ext cx="9618133" cy="409248"/>
      </dsp:txXfrm>
    </dsp:sp>
    <dsp:sp modelId="{1BCC0E06-273D-4EB2-A4B6-98ED3D4446EC}">
      <dsp:nvSpPr>
        <dsp:cNvPr id="0" name=""/>
        <dsp:cNvSpPr/>
      </dsp:nvSpPr>
      <dsp:spPr>
        <a:xfrm>
          <a:off x="0" y="2046741"/>
          <a:ext cx="9618133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0A456B-B0CE-4E61-A07D-71C25F34D1AD}">
      <dsp:nvSpPr>
        <dsp:cNvPr id="0" name=""/>
        <dsp:cNvSpPr/>
      </dsp:nvSpPr>
      <dsp:spPr>
        <a:xfrm>
          <a:off x="0" y="2046741"/>
          <a:ext cx="9618133" cy="409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Solution:</a:t>
          </a:r>
        </a:p>
      </dsp:txBody>
      <dsp:txXfrm>
        <a:off x="0" y="2046741"/>
        <a:ext cx="9618133" cy="409248"/>
      </dsp:txXfrm>
    </dsp:sp>
    <dsp:sp modelId="{91CFC4F2-115A-4E08-8D76-8BE4691BEB08}">
      <dsp:nvSpPr>
        <dsp:cNvPr id="0" name=""/>
        <dsp:cNvSpPr/>
      </dsp:nvSpPr>
      <dsp:spPr>
        <a:xfrm>
          <a:off x="0" y="2455989"/>
          <a:ext cx="9618133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007BEC-5FE3-4AD2-BFF6-05E8AE24AB7A}">
      <dsp:nvSpPr>
        <dsp:cNvPr id="0" name=""/>
        <dsp:cNvSpPr/>
      </dsp:nvSpPr>
      <dsp:spPr>
        <a:xfrm>
          <a:off x="0" y="2455989"/>
          <a:ext cx="9618133" cy="409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Increased complete timeout specifically for hard level</a:t>
          </a:r>
        </a:p>
      </dsp:txBody>
      <dsp:txXfrm>
        <a:off x="0" y="2455989"/>
        <a:ext cx="9618133" cy="409248"/>
      </dsp:txXfrm>
    </dsp:sp>
    <dsp:sp modelId="{DBEFA050-1479-4CF4-8DA3-09A21DCF844C}">
      <dsp:nvSpPr>
        <dsp:cNvPr id="0" name=""/>
        <dsp:cNvSpPr/>
      </dsp:nvSpPr>
      <dsp:spPr>
        <a:xfrm>
          <a:off x="0" y="2865237"/>
          <a:ext cx="9618133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61682F-9361-433F-B018-279D0B604904}">
      <dsp:nvSpPr>
        <dsp:cNvPr id="0" name=""/>
        <dsp:cNvSpPr/>
      </dsp:nvSpPr>
      <dsp:spPr>
        <a:xfrm>
          <a:off x="0" y="2865237"/>
          <a:ext cx="9618133" cy="409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Easy/Medium: 2000ms after speech ends</a:t>
          </a:r>
        </a:p>
      </dsp:txBody>
      <dsp:txXfrm>
        <a:off x="0" y="2865237"/>
        <a:ext cx="9618133" cy="409248"/>
      </dsp:txXfrm>
    </dsp:sp>
    <dsp:sp modelId="{45C02505-C787-4836-836F-F0995E1E47B3}">
      <dsp:nvSpPr>
        <dsp:cNvPr id="0" name=""/>
        <dsp:cNvSpPr/>
      </dsp:nvSpPr>
      <dsp:spPr>
        <a:xfrm>
          <a:off x="0" y="3274485"/>
          <a:ext cx="9618133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433874-7261-4511-B2BF-A0C824435FB0}">
      <dsp:nvSpPr>
        <dsp:cNvPr id="0" name=""/>
        <dsp:cNvSpPr/>
      </dsp:nvSpPr>
      <dsp:spPr>
        <a:xfrm>
          <a:off x="0" y="3274485"/>
          <a:ext cx="9618133" cy="409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Hard: 5000ms after speech ends</a:t>
          </a:r>
        </a:p>
      </dsp:txBody>
      <dsp:txXfrm>
        <a:off x="0" y="3274485"/>
        <a:ext cx="9618133" cy="409248"/>
      </dsp:txXfrm>
    </dsp:sp>
    <dsp:sp modelId="{8700E3E6-4BB4-4A90-9977-B478122FD4D3}">
      <dsp:nvSpPr>
        <dsp:cNvPr id="0" name=""/>
        <dsp:cNvSpPr/>
      </dsp:nvSpPr>
      <dsp:spPr>
        <a:xfrm>
          <a:off x="0" y="3683734"/>
          <a:ext cx="9618133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4E4BA7-8C18-41E2-BC36-050F0C474264}">
      <dsp:nvSpPr>
        <dsp:cNvPr id="0" name=""/>
        <dsp:cNvSpPr/>
      </dsp:nvSpPr>
      <dsp:spPr>
        <a:xfrm>
          <a:off x="0" y="3683734"/>
          <a:ext cx="9618133" cy="409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Also increased noInput Timeout for hard level to 8000ms</a:t>
          </a:r>
        </a:p>
      </dsp:txBody>
      <dsp:txXfrm>
        <a:off x="0" y="3683734"/>
        <a:ext cx="9618133" cy="40924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64DFAF-75B9-4606-A745-4612D1F5F0D0}">
      <dsp:nvSpPr>
        <dsp:cNvPr id="0" name=""/>
        <dsp:cNvSpPr/>
      </dsp:nvSpPr>
      <dsp:spPr>
        <a:xfrm>
          <a:off x="0" y="2008"/>
          <a:ext cx="859666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055DA4-80D9-42D4-949B-B4A5DC91642F}">
      <dsp:nvSpPr>
        <dsp:cNvPr id="0" name=""/>
        <dsp:cNvSpPr/>
      </dsp:nvSpPr>
      <dsp:spPr>
        <a:xfrm>
          <a:off x="0" y="2008"/>
          <a:ext cx="8596668" cy="3424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u="none" kern="1200" dirty="0"/>
            <a:t>1. </a:t>
          </a:r>
          <a:r>
            <a:rPr lang="en-US" sz="1600" u="none" kern="1200" dirty="0" err="1"/>
            <a:t>Statecharts</a:t>
          </a:r>
          <a:r>
            <a:rPr lang="en-US" sz="1600" u="none" kern="1200" dirty="0"/>
            <a:t> and </a:t>
          </a:r>
          <a:r>
            <a:rPr lang="en-US" sz="1600" u="none" kern="1200" dirty="0" err="1"/>
            <a:t>XState</a:t>
          </a:r>
        </a:p>
      </dsp:txBody>
      <dsp:txXfrm>
        <a:off x="0" y="2008"/>
        <a:ext cx="8596668" cy="342465"/>
      </dsp:txXfrm>
    </dsp:sp>
    <dsp:sp modelId="{AEC52567-B8DD-4839-9743-D67A8815155A}">
      <dsp:nvSpPr>
        <dsp:cNvPr id="0" name=""/>
        <dsp:cNvSpPr/>
      </dsp:nvSpPr>
      <dsp:spPr>
        <a:xfrm>
          <a:off x="0" y="344474"/>
          <a:ext cx="859666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DCEFD4-3F80-475D-8BF3-5B03992894BD}">
      <dsp:nvSpPr>
        <dsp:cNvPr id="0" name=""/>
        <dsp:cNvSpPr/>
      </dsp:nvSpPr>
      <dsp:spPr>
        <a:xfrm>
          <a:off x="0" y="344474"/>
          <a:ext cx="8596668" cy="3424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u="none" kern="1200"/>
            <a:t>Learned how to model conversation as states and transitions.</a:t>
          </a:r>
        </a:p>
      </dsp:txBody>
      <dsp:txXfrm>
        <a:off x="0" y="344474"/>
        <a:ext cx="8596668" cy="342465"/>
      </dsp:txXfrm>
    </dsp:sp>
    <dsp:sp modelId="{85DA4D09-4822-45BD-8C57-10CD5EABA4FE}">
      <dsp:nvSpPr>
        <dsp:cNvPr id="0" name=""/>
        <dsp:cNvSpPr/>
      </dsp:nvSpPr>
      <dsp:spPr>
        <a:xfrm>
          <a:off x="0" y="686940"/>
          <a:ext cx="859666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F03F1D-31BE-4890-8D8C-889ED7C1FFD8}">
      <dsp:nvSpPr>
        <dsp:cNvPr id="0" name=""/>
        <dsp:cNvSpPr/>
      </dsp:nvSpPr>
      <dsp:spPr>
        <a:xfrm>
          <a:off x="0" y="686940"/>
          <a:ext cx="8596668" cy="3424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u="none" kern="1200" dirty="0"/>
            <a:t>Used directly to </a:t>
          </a:r>
          <a:r>
            <a:rPr lang="en-US" sz="1600" u="none" kern="1200" dirty="0" err="1"/>
            <a:t>built</a:t>
          </a:r>
          <a:r>
            <a:rPr lang="en-US" sz="1600" u="none" kern="1200" dirty="0"/>
            <a:t> states in the game.</a:t>
          </a:r>
        </a:p>
      </dsp:txBody>
      <dsp:txXfrm>
        <a:off x="0" y="686940"/>
        <a:ext cx="8596668" cy="342465"/>
      </dsp:txXfrm>
    </dsp:sp>
    <dsp:sp modelId="{8D59AE25-023D-4759-86EE-120DD1977881}">
      <dsp:nvSpPr>
        <dsp:cNvPr id="0" name=""/>
        <dsp:cNvSpPr/>
      </dsp:nvSpPr>
      <dsp:spPr>
        <a:xfrm>
          <a:off x="0" y="1029405"/>
          <a:ext cx="859666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78F9CD-892A-4606-8A42-ABAA96436028}">
      <dsp:nvSpPr>
        <dsp:cNvPr id="0" name=""/>
        <dsp:cNvSpPr/>
      </dsp:nvSpPr>
      <dsp:spPr>
        <a:xfrm>
          <a:off x="0" y="1029405"/>
          <a:ext cx="8596668" cy="3424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u="none" kern="1200"/>
            <a:t>2. Dialogue Management</a:t>
          </a:r>
        </a:p>
      </dsp:txBody>
      <dsp:txXfrm>
        <a:off x="0" y="1029405"/>
        <a:ext cx="8596668" cy="342465"/>
      </dsp:txXfrm>
    </dsp:sp>
    <dsp:sp modelId="{BF2D05EF-7F68-40A9-AA64-0A383B90A611}">
      <dsp:nvSpPr>
        <dsp:cNvPr id="0" name=""/>
        <dsp:cNvSpPr/>
      </dsp:nvSpPr>
      <dsp:spPr>
        <a:xfrm>
          <a:off x="0" y="1371871"/>
          <a:ext cx="859666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3AAA40-A766-4BB9-B4DF-079110600C90}">
      <dsp:nvSpPr>
        <dsp:cNvPr id="0" name=""/>
        <dsp:cNvSpPr/>
      </dsp:nvSpPr>
      <dsp:spPr>
        <a:xfrm>
          <a:off x="0" y="1371871"/>
          <a:ext cx="8596668" cy="3424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u="none" kern="1200"/>
            <a:t>Learned the Prompt -&gt; Ask pattern for each state</a:t>
          </a:r>
        </a:p>
      </dsp:txBody>
      <dsp:txXfrm>
        <a:off x="0" y="1371871"/>
        <a:ext cx="8596668" cy="342465"/>
      </dsp:txXfrm>
    </dsp:sp>
    <dsp:sp modelId="{ECE184A6-8776-404E-B46D-C456C8AA4986}">
      <dsp:nvSpPr>
        <dsp:cNvPr id="0" name=""/>
        <dsp:cNvSpPr/>
      </dsp:nvSpPr>
      <dsp:spPr>
        <a:xfrm>
          <a:off x="0" y="1714337"/>
          <a:ext cx="859666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652F74-60BC-4400-9759-E27B21B919FB}">
      <dsp:nvSpPr>
        <dsp:cNvPr id="0" name=""/>
        <dsp:cNvSpPr/>
      </dsp:nvSpPr>
      <dsp:spPr>
        <a:xfrm>
          <a:off x="0" y="1714337"/>
          <a:ext cx="8596668" cy="3424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u="none" kern="1200"/>
            <a:t>Used in every single state in the game.(Greeting -&gt; Ask, Instructions -&gt; Ask etc..)</a:t>
          </a:r>
        </a:p>
      </dsp:txBody>
      <dsp:txXfrm>
        <a:off x="0" y="1714337"/>
        <a:ext cx="8596668" cy="342465"/>
      </dsp:txXfrm>
    </dsp:sp>
    <dsp:sp modelId="{8EA4F774-C8F6-4227-ACD2-A46E8FC552B7}">
      <dsp:nvSpPr>
        <dsp:cNvPr id="0" name=""/>
        <dsp:cNvSpPr/>
      </dsp:nvSpPr>
      <dsp:spPr>
        <a:xfrm>
          <a:off x="0" y="2056803"/>
          <a:ext cx="859666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B3C1D6-1D37-498D-A01E-BC4477906846}">
      <dsp:nvSpPr>
        <dsp:cNvPr id="0" name=""/>
        <dsp:cNvSpPr/>
      </dsp:nvSpPr>
      <dsp:spPr>
        <a:xfrm>
          <a:off x="0" y="2056803"/>
          <a:ext cx="8596668" cy="3424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u="none" kern="1200" dirty="0"/>
            <a:t>Handling no-input and </a:t>
          </a:r>
          <a:r>
            <a:rPr lang="en-US" sz="1600" u="none" kern="1200" dirty="0" err="1"/>
            <a:t>unrecognised</a:t>
          </a:r>
          <a:r>
            <a:rPr lang="en-US" sz="1600" u="none" kern="1200" dirty="0"/>
            <a:t> input.</a:t>
          </a:r>
        </a:p>
      </dsp:txBody>
      <dsp:txXfrm>
        <a:off x="0" y="2056803"/>
        <a:ext cx="8596668" cy="342465"/>
      </dsp:txXfrm>
    </dsp:sp>
    <dsp:sp modelId="{CAB27BDD-BBC7-47E7-AC57-4492FCC1289E}">
      <dsp:nvSpPr>
        <dsp:cNvPr id="0" name=""/>
        <dsp:cNvSpPr/>
      </dsp:nvSpPr>
      <dsp:spPr>
        <a:xfrm>
          <a:off x="0" y="2399268"/>
          <a:ext cx="859666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0B2406-DA0A-4819-A465-B288C22D8044}">
      <dsp:nvSpPr>
        <dsp:cNvPr id="0" name=""/>
        <dsp:cNvSpPr/>
      </dsp:nvSpPr>
      <dsp:spPr>
        <a:xfrm>
          <a:off x="0" y="2399268"/>
          <a:ext cx="8596668" cy="3424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u="none" kern="1200"/>
            <a:t>3. Actor Model</a:t>
          </a:r>
        </a:p>
      </dsp:txBody>
      <dsp:txXfrm>
        <a:off x="0" y="2399268"/>
        <a:ext cx="8596668" cy="342465"/>
      </dsp:txXfrm>
    </dsp:sp>
    <dsp:sp modelId="{F5C4474F-B629-4414-829E-557C0B1E27E9}">
      <dsp:nvSpPr>
        <dsp:cNvPr id="0" name=""/>
        <dsp:cNvSpPr/>
      </dsp:nvSpPr>
      <dsp:spPr>
        <a:xfrm>
          <a:off x="0" y="2741734"/>
          <a:ext cx="859666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B9894A-63A6-4F52-830A-D6650E4C6BAC}">
      <dsp:nvSpPr>
        <dsp:cNvPr id="0" name=""/>
        <dsp:cNvSpPr/>
      </dsp:nvSpPr>
      <dsp:spPr>
        <a:xfrm>
          <a:off x="0" y="2741734"/>
          <a:ext cx="8596668" cy="3424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u="none" kern="1200" dirty="0"/>
            <a:t>Learned how </a:t>
          </a:r>
          <a:r>
            <a:rPr lang="en-US" sz="1600" u="none" kern="1200" dirty="0" err="1"/>
            <a:t>XState</a:t>
          </a:r>
          <a:r>
            <a:rPr lang="en-US" sz="1600" u="none" kern="1200" dirty="0"/>
            <a:t> Actor works</a:t>
          </a:r>
        </a:p>
      </dsp:txBody>
      <dsp:txXfrm>
        <a:off x="0" y="2741734"/>
        <a:ext cx="8596668" cy="342465"/>
      </dsp:txXfrm>
    </dsp:sp>
    <dsp:sp modelId="{0C5B6BC0-4659-4ED8-A2CF-C5A75C8F98AD}">
      <dsp:nvSpPr>
        <dsp:cNvPr id="0" name=""/>
        <dsp:cNvSpPr/>
      </dsp:nvSpPr>
      <dsp:spPr>
        <a:xfrm>
          <a:off x="0" y="3084200"/>
          <a:ext cx="859666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BF4383-CF59-4EA8-B345-8D1CDD3CEC78}">
      <dsp:nvSpPr>
        <dsp:cNvPr id="0" name=""/>
        <dsp:cNvSpPr/>
      </dsp:nvSpPr>
      <dsp:spPr>
        <a:xfrm>
          <a:off x="0" y="3084200"/>
          <a:ext cx="8596668" cy="3424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u="none" kern="1200" dirty="0" err="1"/>
            <a:t>SpeechState</a:t>
          </a:r>
          <a:r>
            <a:rPr lang="en-US" sz="1600" u="none" kern="1200" dirty="0"/>
            <a:t> is spawned as a child actor</a:t>
          </a:r>
        </a:p>
      </dsp:txBody>
      <dsp:txXfrm>
        <a:off x="0" y="3084200"/>
        <a:ext cx="8596668" cy="342465"/>
      </dsp:txXfrm>
    </dsp:sp>
    <dsp:sp modelId="{D40496B6-F467-4600-8C6C-975678B97380}">
      <dsp:nvSpPr>
        <dsp:cNvPr id="0" name=""/>
        <dsp:cNvSpPr/>
      </dsp:nvSpPr>
      <dsp:spPr>
        <a:xfrm>
          <a:off x="0" y="3426665"/>
          <a:ext cx="859666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E67FDC-2066-4689-B60B-1986781AC6F7}">
      <dsp:nvSpPr>
        <dsp:cNvPr id="0" name=""/>
        <dsp:cNvSpPr/>
      </dsp:nvSpPr>
      <dsp:spPr>
        <a:xfrm>
          <a:off x="0" y="3426665"/>
          <a:ext cx="8596668" cy="3424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u="none" kern="1200"/>
            <a:t>Parent machine sends SPEAK and LISTEN events to it</a:t>
          </a:r>
        </a:p>
      </dsp:txBody>
      <dsp:txXfrm>
        <a:off x="0" y="3426665"/>
        <a:ext cx="8596668" cy="342465"/>
      </dsp:txXfrm>
    </dsp:sp>
    <dsp:sp modelId="{4052452A-DF41-452D-A2A8-8E83FE1B5FCA}">
      <dsp:nvSpPr>
        <dsp:cNvPr id="0" name=""/>
        <dsp:cNvSpPr/>
      </dsp:nvSpPr>
      <dsp:spPr>
        <a:xfrm>
          <a:off x="0" y="3769131"/>
          <a:ext cx="859666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4586E3-5461-4109-BFD9-E1EBEAC0D11D}">
      <dsp:nvSpPr>
        <dsp:cNvPr id="0" name=""/>
        <dsp:cNvSpPr/>
      </dsp:nvSpPr>
      <dsp:spPr>
        <a:xfrm>
          <a:off x="0" y="3769131"/>
          <a:ext cx="8596668" cy="3424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u="none" kern="1200"/>
            <a:t>Child actor sends back SPEAK_COMPLETE, RECOGNISED, and ASR_NOINPUT events.</a:t>
          </a:r>
        </a:p>
      </dsp:txBody>
      <dsp:txXfrm>
        <a:off x="0" y="3769131"/>
        <a:ext cx="8596668" cy="34246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258352-B904-477D-8A94-2936957E2C7C}">
      <dsp:nvSpPr>
        <dsp:cNvPr id="0" name=""/>
        <dsp:cNvSpPr/>
      </dsp:nvSpPr>
      <dsp:spPr>
        <a:xfrm>
          <a:off x="0" y="671"/>
          <a:ext cx="934808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4ECF6F-4682-4101-A15D-1F82C1A23C36}">
      <dsp:nvSpPr>
        <dsp:cNvPr id="0" name=""/>
        <dsp:cNvSpPr/>
      </dsp:nvSpPr>
      <dsp:spPr>
        <a:xfrm>
          <a:off x="0" y="671"/>
          <a:ext cx="9348085" cy="5498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4. Speech integration ( ASR + TTS)</a:t>
          </a:r>
        </a:p>
      </dsp:txBody>
      <dsp:txXfrm>
        <a:off x="0" y="671"/>
        <a:ext cx="9348085" cy="549867"/>
      </dsp:txXfrm>
    </dsp:sp>
    <dsp:sp modelId="{0E84D0E4-059E-4373-A95E-130A45A151DA}">
      <dsp:nvSpPr>
        <dsp:cNvPr id="0" name=""/>
        <dsp:cNvSpPr/>
      </dsp:nvSpPr>
      <dsp:spPr>
        <a:xfrm>
          <a:off x="0" y="550539"/>
          <a:ext cx="934808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937053-4EED-4F6E-8378-6D4853AD4880}">
      <dsp:nvSpPr>
        <dsp:cNvPr id="0" name=""/>
        <dsp:cNvSpPr/>
      </dsp:nvSpPr>
      <dsp:spPr>
        <a:xfrm>
          <a:off x="0" y="550539"/>
          <a:ext cx="9348085" cy="5498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Learned how speechstate connects to Azure</a:t>
          </a:r>
        </a:p>
      </dsp:txBody>
      <dsp:txXfrm>
        <a:off x="0" y="550539"/>
        <a:ext cx="9348085" cy="549867"/>
      </dsp:txXfrm>
    </dsp:sp>
    <dsp:sp modelId="{56407BC1-3E98-4560-B955-66CC628CAB70}">
      <dsp:nvSpPr>
        <dsp:cNvPr id="0" name=""/>
        <dsp:cNvSpPr/>
      </dsp:nvSpPr>
      <dsp:spPr>
        <a:xfrm>
          <a:off x="0" y="1100407"/>
          <a:ext cx="934808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EB7F84-6D8C-4D6E-A208-251A7C71F93D}">
      <dsp:nvSpPr>
        <dsp:cNvPr id="0" name=""/>
        <dsp:cNvSpPr/>
      </dsp:nvSpPr>
      <dsp:spPr>
        <a:xfrm>
          <a:off x="0" y="1100407"/>
          <a:ext cx="9348085" cy="5498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Used Azure ASR and TTS to make system to listen and speak.</a:t>
          </a:r>
        </a:p>
      </dsp:txBody>
      <dsp:txXfrm>
        <a:off x="0" y="1100407"/>
        <a:ext cx="9348085" cy="549867"/>
      </dsp:txXfrm>
    </dsp:sp>
    <dsp:sp modelId="{F0A772BC-69AF-439C-A3C7-A129392E9432}">
      <dsp:nvSpPr>
        <dsp:cNvPr id="0" name=""/>
        <dsp:cNvSpPr/>
      </dsp:nvSpPr>
      <dsp:spPr>
        <a:xfrm>
          <a:off x="0" y="1650275"/>
          <a:ext cx="934808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ED49A6-0820-4C53-955D-5EF5EAB79A2F}">
      <dsp:nvSpPr>
        <dsp:cNvPr id="0" name=""/>
        <dsp:cNvSpPr/>
      </dsp:nvSpPr>
      <dsp:spPr>
        <a:xfrm>
          <a:off x="0" y="1650275"/>
          <a:ext cx="9348085" cy="5498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5. Natural language understanding(NLU)</a:t>
          </a:r>
        </a:p>
      </dsp:txBody>
      <dsp:txXfrm>
        <a:off x="0" y="1650275"/>
        <a:ext cx="9348085" cy="549867"/>
      </dsp:txXfrm>
    </dsp:sp>
    <dsp:sp modelId="{AC043B8D-6C7A-4C34-B17B-E8F04BA0CE7F}">
      <dsp:nvSpPr>
        <dsp:cNvPr id="0" name=""/>
        <dsp:cNvSpPr/>
      </dsp:nvSpPr>
      <dsp:spPr>
        <a:xfrm>
          <a:off x="0" y="2200143"/>
          <a:ext cx="934808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F6B335-F94B-4119-90DA-6232BE65B9CF}">
      <dsp:nvSpPr>
        <dsp:cNvPr id="0" name=""/>
        <dsp:cNvSpPr/>
      </dsp:nvSpPr>
      <dsp:spPr>
        <a:xfrm>
          <a:off x="0" y="2200143"/>
          <a:ext cx="9348085" cy="5498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Learned difference between regex matching and intent recognition.</a:t>
          </a:r>
        </a:p>
      </dsp:txBody>
      <dsp:txXfrm>
        <a:off x="0" y="2200143"/>
        <a:ext cx="9348085" cy="549867"/>
      </dsp:txXfrm>
    </dsp:sp>
    <dsp:sp modelId="{5A2A0A05-59F9-409F-8BAA-BA9F11A123B2}">
      <dsp:nvSpPr>
        <dsp:cNvPr id="0" name=""/>
        <dsp:cNvSpPr/>
      </dsp:nvSpPr>
      <dsp:spPr>
        <a:xfrm>
          <a:off x="0" y="2750010"/>
          <a:ext cx="934808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6B9380-CA7A-4F7F-AFBD-72DDD12A43EE}">
      <dsp:nvSpPr>
        <dsp:cNvPr id="0" name=""/>
        <dsp:cNvSpPr/>
      </dsp:nvSpPr>
      <dsp:spPr>
        <a:xfrm>
          <a:off x="0" y="2750011"/>
          <a:ext cx="9348085" cy="5498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Applied CLU to allow natural speech lke: "Yeah sure lets play" instead of just "yes"</a:t>
          </a:r>
        </a:p>
      </dsp:txBody>
      <dsp:txXfrm>
        <a:off x="0" y="2750011"/>
        <a:ext cx="9348085" cy="549867"/>
      </dsp:txXfrm>
    </dsp:sp>
    <dsp:sp modelId="{17900C8C-96BD-4A47-A098-0E88591DBDF9}">
      <dsp:nvSpPr>
        <dsp:cNvPr id="0" name=""/>
        <dsp:cNvSpPr/>
      </dsp:nvSpPr>
      <dsp:spPr>
        <a:xfrm>
          <a:off x="0" y="3299878"/>
          <a:ext cx="934808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D2CB0B-3C5D-458F-BA32-E985DE37D09D}">
      <dsp:nvSpPr>
        <dsp:cNvPr id="0" name=""/>
        <dsp:cNvSpPr/>
      </dsp:nvSpPr>
      <dsp:spPr>
        <a:xfrm>
          <a:off x="0" y="3299878"/>
          <a:ext cx="9348085" cy="5498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Trained intents specifically for the game.</a:t>
          </a:r>
        </a:p>
      </dsp:txBody>
      <dsp:txXfrm>
        <a:off x="0" y="3299878"/>
        <a:ext cx="9348085" cy="549867"/>
      </dsp:txXfrm>
    </dsp:sp>
    <dsp:sp modelId="{E8072C1B-3FCA-41EC-B1CE-D3A417C6868E}">
      <dsp:nvSpPr>
        <dsp:cNvPr id="0" name=""/>
        <dsp:cNvSpPr/>
      </dsp:nvSpPr>
      <dsp:spPr>
        <a:xfrm>
          <a:off x="0" y="3849746"/>
          <a:ext cx="934808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47C265-4AD4-49C6-A8B1-335F72F561CB}">
      <dsp:nvSpPr>
        <dsp:cNvPr id="0" name=""/>
        <dsp:cNvSpPr/>
      </dsp:nvSpPr>
      <dsp:spPr>
        <a:xfrm>
          <a:off x="0" y="3849746"/>
          <a:ext cx="9348085" cy="5498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6. Error handling in Dialogue</a:t>
          </a:r>
        </a:p>
      </dsp:txBody>
      <dsp:txXfrm>
        <a:off x="0" y="3849746"/>
        <a:ext cx="9348085" cy="549867"/>
      </dsp:txXfrm>
    </dsp:sp>
    <dsp:sp modelId="{CFC7DDE7-A38B-44B1-94DF-F1EF79684B8B}">
      <dsp:nvSpPr>
        <dsp:cNvPr id="0" name=""/>
        <dsp:cNvSpPr/>
      </dsp:nvSpPr>
      <dsp:spPr>
        <a:xfrm>
          <a:off x="0" y="4399614"/>
          <a:ext cx="934808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6A9B16-BD7F-4690-AAA1-8F982F836624}">
      <dsp:nvSpPr>
        <dsp:cNvPr id="0" name=""/>
        <dsp:cNvSpPr/>
      </dsp:nvSpPr>
      <dsp:spPr>
        <a:xfrm>
          <a:off x="0" y="4399614"/>
          <a:ext cx="9348085" cy="5498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Learned how to handle unrecognised input and silence(ASR-NOINPUT)</a:t>
          </a:r>
        </a:p>
      </dsp:txBody>
      <dsp:txXfrm>
        <a:off x="0" y="4399614"/>
        <a:ext cx="9348085" cy="549867"/>
      </dsp:txXfrm>
    </dsp:sp>
    <dsp:sp modelId="{B0A748F2-5BEA-4AFB-ADD1-5923BA28ADA6}">
      <dsp:nvSpPr>
        <dsp:cNvPr id="0" name=""/>
        <dsp:cNvSpPr/>
      </dsp:nvSpPr>
      <dsp:spPr>
        <a:xfrm>
          <a:off x="0" y="4949482"/>
          <a:ext cx="934808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F5E813-26EC-4A7F-9529-100468CD7073}">
      <dsp:nvSpPr>
        <dsp:cNvPr id="0" name=""/>
        <dsp:cNvSpPr/>
      </dsp:nvSpPr>
      <dsp:spPr>
        <a:xfrm>
          <a:off x="0" y="4949482"/>
          <a:ext cx="9348085" cy="5498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Applied 3-strike no-input rule that quits  gracefully.</a:t>
          </a:r>
        </a:p>
      </dsp:txBody>
      <dsp:txXfrm>
        <a:off x="0" y="4949482"/>
        <a:ext cx="9348085" cy="54986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C2C86E-8202-4CFA-9F97-5343452422C4}">
      <dsp:nvSpPr>
        <dsp:cNvPr id="0" name=""/>
        <dsp:cNvSpPr/>
      </dsp:nvSpPr>
      <dsp:spPr>
        <a:xfrm>
          <a:off x="0" y="1320"/>
          <a:ext cx="9718500" cy="56265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EDF67E-B5CA-44A7-990E-DDEF695B762C}">
      <dsp:nvSpPr>
        <dsp:cNvPr id="0" name=""/>
        <dsp:cNvSpPr/>
      </dsp:nvSpPr>
      <dsp:spPr>
        <a:xfrm>
          <a:off x="170201" y="127916"/>
          <a:ext cx="309457" cy="30945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CFC413-67F1-45A9-809A-8ACA7F69F220}">
      <dsp:nvSpPr>
        <dsp:cNvPr id="0" name=""/>
        <dsp:cNvSpPr/>
      </dsp:nvSpPr>
      <dsp:spPr>
        <a:xfrm>
          <a:off x="649861" y="1320"/>
          <a:ext cx="9068638" cy="5626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547" tIns="59547" rIns="59547" bIns="59547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Dialogue is naturally state-based --&gt; The game always knows exactly what state it is in-</a:t>
          </a:r>
        </a:p>
      </dsp:txBody>
      <dsp:txXfrm>
        <a:off x="649861" y="1320"/>
        <a:ext cx="9068638" cy="562650"/>
      </dsp:txXfrm>
    </dsp:sp>
    <dsp:sp modelId="{55DC4C0B-13B6-47DD-81B4-AEA9C74A40B4}">
      <dsp:nvSpPr>
        <dsp:cNvPr id="0" name=""/>
        <dsp:cNvSpPr/>
      </dsp:nvSpPr>
      <dsp:spPr>
        <a:xfrm>
          <a:off x="0" y="704633"/>
          <a:ext cx="9718500" cy="56265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B5E813-9132-4A77-AA43-7D2E68B7F26D}">
      <dsp:nvSpPr>
        <dsp:cNvPr id="0" name=""/>
        <dsp:cNvSpPr/>
      </dsp:nvSpPr>
      <dsp:spPr>
        <a:xfrm>
          <a:off x="170201" y="831229"/>
          <a:ext cx="309457" cy="30945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F9DC7B-CBAC-4A81-82EA-10604E12F718}">
      <dsp:nvSpPr>
        <dsp:cNvPr id="0" name=""/>
        <dsp:cNvSpPr/>
      </dsp:nvSpPr>
      <dsp:spPr>
        <a:xfrm>
          <a:off x="649861" y="704633"/>
          <a:ext cx="9068638" cy="5626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547" tIns="59547" rIns="59547" bIns="59547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Greeting, Guessing, Win, Lose etc..Statecharts model this perfectly.</a:t>
          </a:r>
        </a:p>
      </dsp:txBody>
      <dsp:txXfrm>
        <a:off x="649861" y="704633"/>
        <a:ext cx="9068638" cy="562650"/>
      </dsp:txXfrm>
    </dsp:sp>
    <dsp:sp modelId="{DB431AA3-8281-44FA-A874-15E6FA39ABE9}">
      <dsp:nvSpPr>
        <dsp:cNvPr id="0" name=""/>
        <dsp:cNvSpPr/>
      </dsp:nvSpPr>
      <dsp:spPr>
        <a:xfrm>
          <a:off x="0" y="1407946"/>
          <a:ext cx="9718500" cy="56265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87B005-6CD1-4152-8E72-5E4B1A477327}">
      <dsp:nvSpPr>
        <dsp:cNvPr id="0" name=""/>
        <dsp:cNvSpPr/>
      </dsp:nvSpPr>
      <dsp:spPr>
        <a:xfrm>
          <a:off x="170201" y="1534542"/>
          <a:ext cx="309457" cy="30945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7D1695-579B-454B-AE68-BA87E118E326}">
      <dsp:nvSpPr>
        <dsp:cNvPr id="0" name=""/>
        <dsp:cNvSpPr/>
      </dsp:nvSpPr>
      <dsp:spPr>
        <a:xfrm>
          <a:off x="649861" y="1407946"/>
          <a:ext cx="9068638" cy="5626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547" tIns="59547" rIns="59547" bIns="59547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Clear separation of dialogue turns, each state has a clear entry (speak) and listening phase (ask) -that matches the Prompt -&gt; Ask pattern.</a:t>
          </a:r>
        </a:p>
      </dsp:txBody>
      <dsp:txXfrm>
        <a:off x="649861" y="1407946"/>
        <a:ext cx="9068638" cy="562650"/>
      </dsp:txXfrm>
    </dsp:sp>
    <dsp:sp modelId="{83E3D294-BDCB-4484-ABF0-6876A691B3D7}">
      <dsp:nvSpPr>
        <dsp:cNvPr id="0" name=""/>
        <dsp:cNvSpPr/>
      </dsp:nvSpPr>
      <dsp:spPr>
        <a:xfrm>
          <a:off x="0" y="2111259"/>
          <a:ext cx="9718500" cy="56265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E46E2B-7F62-4F92-8179-E7108429C51C}">
      <dsp:nvSpPr>
        <dsp:cNvPr id="0" name=""/>
        <dsp:cNvSpPr/>
      </dsp:nvSpPr>
      <dsp:spPr>
        <a:xfrm>
          <a:off x="170201" y="2237855"/>
          <a:ext cx="309457" cy="30945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BCBE22-58EE-402B-BB3F-13EA28316D30}">
      <dsp:nvSpPr>
        <dsp:cNvPr id="0" name=""/>
        <dsp:cNvSpPr/>
      </dsp:nvSpPr>
      <dsp:spPr>
        <a:xfrm>
          <a:off x="649861" y="2111259"/>
          <a:ext cx="9068638" cy="5626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547" tIns="59547" rIns="59547" bIns="59547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Compound states for sub-dialogues-- Win and Lose states have their own Prompt -&gt; Ask substates this is very clean with statecharts and would be messy with simple if/else logic.</a:t>
          </a:r>
        </a:p>
      </dsp:txBody>
      <dsp:txXfrm>
        <a:off x="649861" y="2111259"/>
        <a:ext cx="9068638" cy="562650"/>
      </dsp:txXfrm>
    </dsp:sp>
    <dsp:sp modelId="{424305F3-ACC1-4C19-A387-45E04E0F6A1E}">
      <dsp:nvSpPr>
        <dsp:cNvPr id="0" name=""/>
        <dsp:cNvSpPr/>
      </dsp:nvSpPr>
      <dsp:spPr>
        <a:xfrm>
          <a:off x="0" y="2814572"/>
          <a:ext cx="9718500" cy="56265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FAA1DD-E88A-4BBD-977F-631E19C9764A}">
      <dsp:nvSpPr>
        <dsp:cNvPr id="0" name=""/>
        <dsp:cNvSpPr/>
      </dsp:nvSpPr>
      <dsp:spPr>
        <a:xfrm>
          <a:off x="170201" y="2941168"/>
          <a:ext cx="309457" cy="30945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2B6FDE-7AF8-4C94-BC73-700D609254D3}">
      <dsp:nvSpPr>
        <dsp:cNvPr id="0" name=""/>
        <dsp:cNvSpPr/>
      </dsp:nvSpPr>
      <dsp:spPr>
        <a:xfrm>
          <a:off x="649861" y="2814572"/>
          <a:ext cx="9068638" cy="5626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547" tIns="59547" rIns="59547" bIns="59547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Guards make conditional transitions readable- Checking NLU intent in guards is clean and clear compared to nested if/else statements.</a:t>
          </a:r>
        </a:p>
      </dsp:txBody>
      <dsp:txXfrm>
        <a:off x="649861" y="2814572"/>
        <a:ext cx="9068638" cy="562650"/>
      </dsp:txXfrm>
    </dsp:sp>
    <dsp:sp modelId="{D272219F-7B5B-4D50-BFA3-3AB46832D840}">
      <dsp:nvSpPr>
        <dsp:cNvPr id="0" name=""/>
        <dsp:cNvSpPr/>
      </dsp:nvSpPr>
      <dsp:spPr>
        <a:xfrm>
          <a:off x="0" y="3517885"/>
          <a:ext cx="9718500" cy="56265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D2B368-F80B-4FEC-AC09-A8CFB7E1FD0A}">
      <dsp:nvSpPr>
        <dsp:cNvPr id="0" name=""/>
        <dsp:cNvSpPr/>
      </dsp:nvSpPr>
      <dsp:spPr>
        <a:xfrm>
          <a:off x="170201" y="3644481"/>
          <a:ext cx="309457" cy="30945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4F6DE8-DAB0-44ED-8EF4-99C749C3240F}">
      <dsp:nvSpPr>
        <dsp:cNvPr id="0" name=""/>
        <dsp:cNvSpPr/>
      </dsp:nvSpPr>
      <dsp:spPr>
        <a:xfrm>
          <a:off x="649861" y="3517885"/>
          <a:ext cx="9068638" cy="5626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547" tIns="59547" rIns="59547" bIns="59547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Context tracks game state naturally Score, attempts, hintMin, hintMax all live in context -- always accessible from any state.</a:t>
          </a:r>
        </a:p>
      </dsp:txBody>
      <dsp:txXfrm>
        <a:off x="649861" y="3517885"/>
        <a:ext cx="9068638" cy="56265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5899A3-EFB0-404C-BEF4-9ADF0B0CCE20}">
      <dsp:nvSpPr>
        <dsp:cNvPr id="0" name=""/>
        <dsp:cNvSpPr/>
      </dsp:nvSpPr>
      <dsp:spPr>
        <a:xfrm>
          <a:off x="0" y="499"/>
          <a:ext cx="9618133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5B4B09-C952-4DFA-999B-E42DF5872D46}">
      <dsp:nvSpPr>
        <dsp:cNvPr id="0" name=""/>
        <dsp:cNvSpPr/>
      </dsp:nvSpPr>
      <dsp:spPr>
        <a:xfrm>
          <a:off x="0" y="499"/>
          <a:ext cx="9618133" cy="409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Phase 1  Planning          Designed states and features</a:t>
          </a:r>
        </a:p>
      </dsp:txBody>
      <dsp:txXfrm>
        <a:off x="0" y="499"/>
        <a:ext cx="9618133" cy="409248"/>
      </dsp:txXfrm>
    </dsp:sp>
    <dsp:sp modelId="{E4938A30-5796-4581-84FE-C56FBBF4D750}">
      <dsp:nvSpPr>
        <dsp:cNvPr id="0" name=""/>
        <dsp:cNvSpPr/>
      </dsp:nvSpPr>
      <dsp:spPr>
        <a:xfrm>
          <a:off x="0" y="409747"/>
          <a:ext cx="9618133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AEAB69-9FA2-41CB-85D0-5BA787BB7467}">
      <dsp:nvSpPr>
        <dsp:cNvPr id="0" name=""/>
        <dsp:cNvSpPr/>
      </dsp:nvSpPr>
      <dsp:spPr>
        <a:xfrm>
          <a:off x="0" y="409747"/>
          <a:ext cx="9618133" cy="409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Phase 2  Project Setup     Vite + TypeScript + Azure</a:t>
          </a:r>
        </a:p>
      </dsp:txBody>
      <dsp:txXfrm>
        <a:off x="0" y="409747"/>
        <a:ext cx="9618133" cy="409248"/>
      </dsp:txXfrm>
    </dsp:sp>
    <dsp:sp modelId="{2EC90D45-41F6-4205-A067-52B52572ABBB}">
      <dsp:nvSpPr>
        <dsp:cNvPr id="0" name=""/>
        <dsp:cNvSpPr/>
      </dsp:nvSpPr>
      <dsp:spPr>
        <a:xfrm>
          <a:off x="0" y="818996"/>
          <a:ext cx="9618133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A4C687-D839-4C8E-BC22-E22CE7AD0A79}">
      <dsp:nvSpPr>
        <dsp:cNvPr id="0" name=""/>
        <dsp:cNvSpPr/>
      </dsp:nvSpPr>
      <dsp:spPr>
        <a:xfrm>
          <a:off x="0" y="818996"/>
          <a:ext cx="9618133" cy="409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Phase </a:t>
          </a:r>
          <a:r>
            <a:rPr lang="en-US" sz="1900" kern="1200">
              <a:latin typeface="Trebuchet MS" panose="020B0603020202020204"/>
            </a:rPr>
            <a:t>3</a:t>
          </a:r>
          <a:r>
            <a:rPr lang="en-US" sz="1900" kern="1200"/>
            <a:t>  Core Game Logic   Levels, feedback, win/lose</a:t>
          </a:r>
        </a:p>
      </dsp:txBody>
      <dsp:txXfrm>
        <a:off x="0" y="818996"/>
        <a:ext cx="9618133" cy="409248"/>
      </dsp:txXfrm>
    </dsp:sp>
    <dsp:sp modelId="{B22316D3-9B54-493E-B0E1-BB45EAEF282F}">
      <dsp:nvSpPr>
        <dsp:cNvPr id="0" name=""/>
        <dsp:cNvSpPr/>
      </dsp:nvSpPr>
      <dsp:spPr>
        <a:xfrm>
          <a:off x="0" y="1228244"/>
          <a:ext cx="9618133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735ACB-F706-4B39-A13D-E5B9B80F8943}">
      <dsp:nvSpPr>
        <dsp:cNvPr id="0" name=""/>
        <dsp:cNvSpPr/>
      </dsp:nvSpPr>
      <dsp:spPr>
        <a:xfrm>
          <a:off x="0" y="1228244"/>
          <a:ext cx="9618133" cy="409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Phase </a:t>
          </a:r>
          <a:r>
            <a:rPr lang="en-US" sz="1900" kern="1200">
              <a:latin typeface="Trebuchet MS" panose="020B0603020202020204"/>
            </a:rPr>
            <a:t>4</a:t>
          </a:r>
          <a:r>
            <a:rPr lang="en-US" sz="1900" kern="1200"/>
            <a:t>  Extra Features    Hints, auto hint, score</a:t>
          </a:r>
        </a:p>
      </dsp:txBody>
      <dsp:txXfrm>
        <a:off x="0" y="1228244"/>
        <a:ext cx="9618133" cy="409248"/>
      </dsp:txXfrm>
    </dsp:sp>
    <dsp:sp modelId="{1BA5B504-F1F9-40FC-B188-386E1A587301}">
      <dsp:nvSpPr>
        <dsp:cNvPr id="0" name=""/>
        <dsp:cNvSpPr/>
      </dsp:nvSpPr>
      <dsp:spPr>
        <a:xfrm>
          <a:off x="0" y="1637492"/>
          <a:ext cx="9618133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7E42C9-5668-4F41-80E4-4B495D0E6D17}">
      <dsp:nvSpPr>
        <dsp:cNvPr id="0" name=""/>
        <dsp:cNvSpPr/>
      </dsp:nvSpPr>
      <dsp:spPr>
        <a:xfrm>
          <a:off x="0" y="1637492"/>
          <a:ext cx="9618133" cy="409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Phase </a:t>
          </a:r>
          <a:r>
            <a:rPr lang="en-US" sz="1900" kern="1200">
              <a:latin typeface="Trebuchet MS" panose="020B0603020202020204"/>
            </a:rPr>
            <a:t>5</a:t>
          </a:r>
          <a:r>
            <a:rPr lang="en-US" sz="1900" kern="1200"/>
            <a:t>  NLU Integration   Azure CLU — 9 intents trained</a:t>
          </a:r>
        </a:p>
      </dsp:txBody>
      <dsp:txXfrm>
        <a:off x="0" y="1637492"/>
        <a:ext cx="9618133" cy="409248"/>
      </dsp:txXfrm>
    </dsp:sp>
    <dsp:sp modelId="{9CFDC21F-58B3-4477-B427-5668D14916D9}">
      <dsp:nvSpPr>
        <dsp:cNvPr id="0" name=""/>
        <dsp:cNvSpPr/>
      </dsp:nvSpPr>
      <dsp:spPr>
        <a:xfrm>
          <a:off x="0" y="2046741"/>
          <a:ext cx="9618133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B4AAB8-3BF8-4751-A485-E09771D24500}">
      <dsp:nvSpPr>
        <dsp:cNvPr id="0" name=""/>
        <dsp:cNvSpPr/>
      </dsp:nvSpPr>
      <dsp:spPr>
        <a:xfrm>
          <a:off x="0" y="2046741"/>
          <a:ext cx="9618133" cy="409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Phase </a:t>
          </a:r>
          <a:r>
            <a:rPr lang="en-US" sz="1900" kern="1200">
              <a:latin typeface="Trebuchet MS" panose="020B0603020202020204"/>
            </a:rPr>
            <a:t>6</a:t>
          </a:r>
          <a:r>
            <a:rPr lang="en-US" sz="1900" kern="1200"/>
            <a:t>  UI &amp; Display      Background, pips, score bar</a:t>
          </a:r>
        </a:p>
      </dsp:txBody>
      <dsp:txXfrm>
        <a:off x="0" y="2046741"/>
        <a:ext cx="9618133" cy="409248"/>
      </dsp:txXfrm>
    </dsp:sp>
    <dsp:sp modelId="{70705512-F4E0-4B08-AF2B-8AC33471D929}">
      <dsp:nvSpPr>
        <dsp:cNvPr id="0" name=""/>
        <dsp:cNvSpPr/>
      </dsp:nvSpPr>
      <dsp:spPr>
        <a:xfrm>
          <a:off x="0" y="2455989"/>
          <a:ext cx="9618133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8EB540-1078-417F-B174-0483A6486846}">
      <dsp:nvSpPr>
        <dsp:cNvPr id="0" name=""/>
        <dsp:cNvSpPr/>
      </dsp:nvSpPr>
      <dsp:spPr>
        <a:xfrm>
          <a:off x="0" y="2455989"/>
          <a:ext cx="9618133" cy="409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Phase </a:t>
          </a:r>
          <a:r>
            <a:rPr lang="en-US" sz="1900" kern="1200">
              <a:latin typeface="Trebuchet MS" panose="020B0603020202020204"/>
            </a:rPr>
            <a:t>7</a:t>
          </a:r>
          <a:r>
            <a:rPr lang="en-US" sz="1900" kern="1200"/>
            <a:t>  Bug Fixes         Endpoint, timer, ASR issues</a:t>
          </a:r>
        </a:p>
      </dsp:txBody>
      <dsp:txXfrm>
        <a:off x="0" y="2455989"/>
        <a:ext cx="9618133" cy="409248"/>
      </dsp:txXfrm>
    </dsp:sp>
    <dsp:sp modelId="{69D2D682-711B-432E-A97A-229FFF459FEC}">
      <dsp:nvSpPr>
        <dsp:cNvPr id="0" name=""/>
        <dsp:cNvSpPr/>
      </dsp:nvSpPr>
      <dsp:spPr>
        <a:xfrm>
          <a:off x="0" y="2865237"/>
          <a:ext cx="9618133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448C77-E9F2-422D-A10A-7F7F8A8E0B05}">
      <dsp:nvSpPr>
        <dsp:cNvPr id="0" name=""/>
        <dsp:cNvSpPr/>
      </dsp:nvSpPr>
      <dsp:spPr>
        <a:xfrm>
          <a:off x="0" y="2865237"/>
          <a:ext cx="9618133" cy="409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Phase </a:t>
          </a:r>
          <a:r>
            <a:rPr lang="en-US" sz="1900" kern="1200">
              <a:latin typeface="Trebuchet MS" panose="020B0603020202020204"/>
            </a:rPr>
            <a:t>8</a:t>
          </a:r>
          <a:r>
            <a:rPr lang="en-US" sz="1900" kern="1200"/>
            <a:t>  Final Polish      Clean code, comments, testing</a:t>
          </a:r>
        </a:p>
      </dsp:txBody>
      <dsp:txXfrm>
        <a:off x="0" y="2865237"/>
        <a:ext cx="9618133" cy="409248"/>
      </dsp:txXfrm>
    </dsp:sp>
    <dsp:sp modelId="{36770839-760D-437D-BD82-8DE5A66DA335}">
      <dsp:nvSpPr>
        <dsp:cNvPr id="0" name=""/>
        <dsp:cNvSpPr/>
      </dsp:nvSpPr>
      <dsp:spPr>
        <a:xfrm>
          <a:off x="0" y="3274485"/>
          <a:ext cx="9618133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736DD3-74FF-498E-9B96-08E7A3EBFABD}">
      <dsp:nvSpPr>
        <dsp:cNvPr id="0" name=""/>
        <dsp:cNvSpPr/>
      </dsp:nvSpPr>
      <dsp:spPr>
        <a:xfrm>
          <a:off x="0" y="3274485"/>
          <a:ext cx="9618133" cy="409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Started simple → added features gradually → </a:t>
          </a:r>
        </a:p>
      </dsp:txBody>
      <dsp:txXfrm>
        <a:off x="0" y="3274485"/>
        <a:ext cx="9618133" cy="409248"/>
      </dsp:txXfrm>
    </dsp:sp>
    <dsp:sp modelId="{145E4196-0398-4CDA-84A3-7BE899878950}">
      <dsp:nvSpPr>
        <dsp:cNvPr id="0" name=""/>
        <dsp:cNvSpPr/>
      </dsp:nvSpPr>
      <dsp:spPr>
        <a:xfrm>
          <a:off x="0" y="3683734"/>
          <a:ext cx="9618133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4B8544-279B-46E7-BBC3-4BCA1619F0BE}">
      <dsp:nvSpPr>
        <dsp:cNvPr id="0" name=""/>
        <dsp:cNvSpPr/>
      </dsp:nvSpPr>
      <dsp:spPr>
        <a:xfrm>
          <a:off x="0" y="3683734"/>
          <a:ext cx="9618133" cy="409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tested each phase before moving to the next</a:t>
          </a:r>
        </a:p>
      </dsp:txBody>
      <dsp:txXfrm>
        <a:off x="0" y="3683734"/>
        <a:ext cx="9618133" cy="409248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E8D2F8-E095-46A7-8153-E9470236FDEE}">
      <dsp:nvSpPr>
        <dsp:cNvPr id="0" name=""/>
        <dsp:cNvSpPr/>
      </dsp:nvSpPr>
      <dsp:spPr>
        <a:xfrm>
          <a:off x="0" y="499"/>
          <a:ext cx="9618133" cy="116928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0F1CD1-7D62-45AB-8B35-6D64B6BC249B}">
      <dsp:nvSpPr>
        <dsp:cNvPr id="0" name=""/>
        <dsp:cNvSpPr/>
      </dsp:nvSpPr>
      <dsp:spPr>
        <a:xfrm>
          <a:off x="353707" y="263587"/>
          <a:ext cx="643104" cy="6431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95AF69-D13F-4D08-BAAB-0CF827FE2EC5}">
      <dsp:nvSpPr>
        <dsp:cNvPr id="0" name=""/>
        <dsp:cNvSpPr/>
      </dsp:nvSpPr>
      <dsp:spPr>
        <a:xfrm>
          <a:off x="1350519" y="499"/>
          <a:ext cx="8267613" cy="1169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749" tIns="123749" rIns="123749" bIns="123749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1. 🗣️ More Natural Conversation • Add more NLU intents for natural speech • Detect user frustration and respond with encouragement • Add small talk — respond to "how are you" • Allow mid-game level change by speaking </a:t>
          </a:r>
        </a:p>
      </dsp:txBody>
      <dsp:txXfrm>
        <a:off x="1350519" y="499"/>
        <a:ext cx="8267613" cy="1169280"/>
      </dsp:txXfrm>
    </dsp:sp>
    <dsp:sp modelId="{BC5D2322-F95B-49C7-B8E5-25249AC71B28}">
      <dsp:nvSpPr>
        <dsp:cNvPr id="0" name=""/>
        <dsp:cNvSpPr/>
      </dsp:nvSpPr>
      <dsp:spPr>
        <a:xfrm>
          <a:off x="0" y="1462100"/>
          <a:ext cx="9618133" cy="116928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3EFEF1-FA92-48AB-B6C5-80AC4DB3B8BE}">
      <dsp:nvSpPr>
        <dsp:cNvPr id="0" name=""/>
        <dsp:cNvSpPr/>
      </dsp:nvSpPr>
      <dsp:spPr>
        <a:xfrm>
          <a:off x="353707" y="1725188"/>
          <a:ext cx="643104" cy="6431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C3DA27-93B8-47C4-B96F-4D53EE9DE0A2}">
      <dsp:nvSpPr>
        <dsp:cNvPr id="0" name=""/>
        <dsp:cNvSpPr/>
      </dsp:nvSpPr>
      <dsp:spPr>
        <a:xfrm>
          <a:off x="1350519" y="1462100"/>
          <a:ext cx="8267613" cy="1169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749" tIns="123749" rIns="123749" bIns="123749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2. 💡 More Hint Types • Is the number even or odd? • Is it divisible by 5? • Is it a prime number? • Is the sum of digits greater than 10?</a:t>
          </a:r>
        </a:p>
      </dsp:txBody>
      <dsp:txXfrm>
        <a:off x="1350519" y="1462100"/>
        <a:ext cx="8267613" cy="1169280"/>
      </dsp:txXfrm>
    </dsp:sp>
    <dsp:sp modelId="{25F6E4DC-E592-4973-929C-07A85C495A68}">
      <dsp:nvSpPr>
        <dsp:cNvPr id="0" name=""/>
        <dsp:cNvSpPr/>
      </dsp:nvSpPr>
      <dsp:spPr>
        <a:xfrm>
          <a:off x="0" y="2923701"/>
          <a:ext cx="9618133" cy="116928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9FDFD2-A24A-4FDF-9E68-E9FF51D4973A}">
      <dsp:nvSpPr>
        <dsp:cNvPr id="0" name=""/>
        <dsp:cNvSpPr/>
      </dsp:nvSpPr>
      <dsp:spPr>
        <a:xfrm>
          <a:off x="353707" y="3186789"/>
          <a:ext cx="643104" cy="64310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DB42D6-1373-4A6C-BE7E-1C314013477C}">
      <dsp:nvSpPr>
        <dsp:cNvPr id="0" name=""/>
        <dsp:cNvSpPr/>
      </dsp:nvSpPr>
      <dsp:spPr>
        <a:xfrm>
          <a:off x="1350519" y="2923701"/>
          <a:ext cx="8267613" cy="1169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749" tIns="123749" rIns="123749" bIns="123749" numCol="1" spcCol="1270" anchor="ctr" anchorCtr="0">
          <a:noAutofit/>
        </a:bodyPr>
        <a:lstStyle/>
        <a:p>
          <a:pPr marL="0" lvl="0" indent="0" algn="l" defTabSz="8001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rebuchet MS" panose="020B0603020202020204"/>
            </a:rPr>
            <a:t>3. 🌍 Multiple Languages • Allow user to choose language at start • Arabic, Swedish, Spanish, French etc. • Azure Speech supports 100+ languages </a:t>
          </a:r>
        </a:p>
      </dsp:txBody>
      <dsp:txXfrm>
        <a:off x="1350519" y="2923701"/>
        <a:ext cx="8267613" cy="116928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47C3F3-76BA-438D-8C63-53C583D3E804}">
      <dsp:nvSpPr>
        <dsp:cNvPr id="0" name=""/>
        <dsp:cNvSpPr/>
      </dsp:nvSpPr>
      <dsp:spPr>
        <a:xfrm>
          <a:off x="0" y="625"/>
          <a:ext cx="10179049" cy="146251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A4799F-97BE-49C6-9FC9-98F2F30DA07B}">
      <dsp:nvSpPr>
        <dsp:cNvPr id="0" name=""/>
        <dsp:cNvSpPr/>
      </dsp:nvSpPr>
      <dsp:spPr>
        <a:xfrm>
          <a:off x="442411" y="329691"/>
          <a:ext cx="804385" cy="80438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F8C605-1E88-4B51-B62E-0064D328343A}">
      <dsp:nvSpPr>
        <dsp:cNvPr id="0" name=""/>
        <dsp:cNvSpPr/>
      </dsp:nvSpPr>
      <dsp:spPr>
        <a:xfrm>
          <a:off x="1689208" y="625"/>
          <a:ext cx="8489840" cy="14625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783" tIns="154783" rIns="154783" bIns="154783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4. 🏆 Leaderboard • Save scores across sessions • Compare with other players • Show top 10 scores on screen </a:t>
          </a:r>
        </a:p>
      </dsp:txBody>
      <dsp:txXfrm>
        <a:off x="1689208" y="625"/>
        <a:ext cx="8489840" cy="1462518"/>
      </dsp:txXfrm>
    </dsp:sp>
    <dsp:sp modelId="{1BE151A2-ABAA-4285-BD2B-979A62EC228A}">
      <dsp:nvSpPr>
        <dsp:cNvPr id="0" name=""/>
        <dsp:cNvSpPr/>
      </dsp:nvSpPr>
      <dsp:spPr>
        <a:xfrm>
          <a:off x="0" y="1828773"/>
          <a:ext cx="10179049" cy="146251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F88D9A-35E5-4CC8-9984-9C7D886465BA}">
      <dsp:nvSpPr>
        <dsp:cNvPr id="0" name=""/>
        <dsp:cNvSpPr/>
      </dsp:nvSpPr>
      <dsp:spPr>
        <a:xfrm>
          <a:off x="442411" y="2157839"/>
          <a:ext cx="804385" cy="80438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EA0877-189B-4C2C-8579-8CC3CDAA2C7A}">
      <dsp:nvSpPr>
        <dsp:cNvPr id="0" name=""/>
        <dsp:cNvSpPr/>
      </dsp:nvSpPr>
      <dsp:spPr>
        <a:xfrm>
          <a:off x="1689208" y="1828773"/>
          <a:ext cx="8489840" cy="14625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783" tIns="154783" rIns="154783" bIns="154783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5. 👥 Multiplayer Mode • Two players take turns guessing • One player picks the number • Other player guesses by speaking • System manages the conversation</a:t>
          </a:r>
          <a:r>
            <a:rPr lang="en-US" sz="2400" kern="1200">
              <a:latin typeface="Trebuchet MS" panose="020B0603020202020204"/>
            </a:rPr>
            <a:t>.</a:t>
          </a:r>
          <a:endParaRPr lang="en-US" sz="2400" kern="1200"/>
        </a:p>
      </dsp:txBody>
      <dsp:txXfrm>
        <a:off x="1689208" y="1828773"/>
        <a:ext cx="8489840" cy="1462518"/>
      </dsp:txXfrm>
    </dsp:sp>
    <dsp:sp modelId="{242D2C6B-A760-45BD-9118-B888AC746FD3}">
      <dsp:nvSpPr>
        <dsp:cNvPr id="0" name=""/>
        <dsp:cNvSpPr/>
      </dsp:nvSpPr>
      <dsp:spPr>
        <a:xfrm>
          <a:off x="0" y="3656921"/>
          <a:ext cx="10179049" cy="146251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584FC8-483D-42A4-A939-CFCDB01DAF3A}">
      <dsp:nvSpPr>
        <dsp:cNvPr id="0" name=""/>
        <dsp:cNvSpPr/>
      </dsp:nvSpPr>
      <dsp:spPr>
        <a:xfrm>
          <a:off x="442411" y="3985988"/>
          <a:ext cx="804385" cy="80438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C2B090-29EE-48EE-A760-38EC3DAC3964}">
      <dsp:nvSpPr>
        <dsp:cNvPr id="0" name=""/>
        <dsp:cNvSpPr/>
      </dsp:nvSpPr>
      <dsp:spPr>
        <a:xfrm>
          <a:off x="1689208" y="3656921"/>
          <a:ext cx="8489840" cy="14625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783" tIns="154783" rIns="154783" bIns="154783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Trebuchet MS" panose="020B0603020202020204"/>
            </a:rPr>
            <a:t>6. 📱 Mobile App • Convert to mobile app using React Native • Works on iPhone and Android • Uses phone microphone directly.</a:t>
          </a:r>
        </a:p>
      </dsp:txBody>
      <dsp:txXfrm>
        <a:off x="1689208" y="3656921"/>
        <a:ext cx="8489840" cy="14625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569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3/23/26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2685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7732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3/23/26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7884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8687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1641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745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3/23/26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345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8491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6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846866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90383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077011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28012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3/23/26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16781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4080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QA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QA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QA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QA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QA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QA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QA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QA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4709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  <p:sldLayoutId id="2147483843" r:id="rId12"/>
    <p:sldLayoutId id="2147483844" r:id="rId13"/>
    <p:sldLayoutId id="2147483845" r:id="rId14"/>
    <p:sldLayoutId id="2147483846" r:id="rId15"/>
    <p:sldLayoutId id="214748384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E80B86A7-A1EC-475B-9166-88902B033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3502" y="609600"/>
            <a:ext cx="8596668" cy="1320800"/>
          </a:xfrm>
        </p:spPr>
        <p:txBody>
          <a:bodyPr>
            <a:noAutofit/>
          </a:bodyPr>
          <a:lstStyle/>
          <a:p>
            <a:r>
              <a:rPr lang="en-US" sz="8000">
                <a:latin typeface="Algerian"/>
              </a:rPr>
              <a:t>NUMBER GUESSING GAME</a:t>
            </a:r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C2C29CB1-9F74-4879-A6AF-AEA67B6F1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QA"/>
          </a:p>
        </p:txBody>
      </p: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7E2C7115-5336-410C-AD71-0F0952A2E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Q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7A046B-ED72-CB49-994B-1987FC5DC365}"/>
              </a:ext>
            </a:extLst>
          </p:cNvPr>
          <p:cNvSpPr txBox="1"/>
          <p:nvPr/>
        </p:nvSpPr>
        <p:spPr>
          <a:xfrm>
            <a:off x="6993394" y="5220395"/>
            <a:ext cx="53467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>
                <a:latin typeface="Algerian"/>
              </a:rPr>
              <a:t>         SANA </a:t>
            </a:r>
            <a:r>
              <a:rPr lang="en-US" sz="3600" dirty="0">
                <a:latin typeface="Algerian"/>
              </a:rPr>
              <a:t>SULTHANA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45B71F80-1F92-4074-84D9-16A062B21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470E14-E307-E527-383F-1E603AB3B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r>
              <a:rPr lang="en-US"/>
              <a:t>The game - What does it do?</a:t>
            </a:r>
          </a:p>
        </p:txBody>
      </p: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7209C9DA-6E0D-46D9-8275-C52222D8CC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QA"/>
          </a:p>
        </p:txBody>
      </p: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3EB57A4D-E0D0-46DA-B339-F24CA46FA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QA"/>
          </a:p>
        </p:txBody>
      </p:sp>
      <p:graphicFrame>
        <p:nvGraphicFramePr>
          <p:cNvPr id="28" name="Content Placeholder 2">
            <a:extLst>
              <a:ext uri="{FF2B5EF4-FFF2-40B4-BE49-F238E27FC236}">
                <a16:creationId xmlns:a16="http://schemas.microsoft.com/office/drawing/2014/main" id="{21C174F2-736C-9630-FE4A-F47F3B75C0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2514616"/>
              </p:ext>
            </p:extLst>
          </p:nvPr>
        </p:nvGraphicFramePr>
        <p:xfrm>
          <a:off x="1286933" y="194854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434925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B98304-12A2-276E-5F51-37D280BD9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0" name="Rectangle 69">
            <a:extLst>
              <a:ext uri="{FF2B5EF4-FFF2-40B4-BE49-F238E27FC236}">
                <a16:creationId xmlns:a16="http://schemas.microsoft.com/office/drawing/2014/main" id="{45B71F80-1F92-4074-84D9-16A062B21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A34E07-C568-F5F7-FB1E-AA0D0668E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>
                <a:latin typeface="Algerian"/>
                <a:ea typeface="+mj-lt"/>
                <a:cs typeface="+mj-lt"/>
              </a:rPr>
              <a:t>Technicalities: what platform, which standards etc were used?</a:t>
            </a:r>
            <a:endParaRPr lang="en-US">
              <a:latin typeface="Algerian"/>
            </a:endParaRPr>
          </a:p>
          <a:p>
            <a:pPr>
              <a:lnSpc>
                <a:spcPct val="90000"/>
              </a:lnSpc>
            </a:pPr>
            <a:endParaRPr lang="en-US"/>
          </a:p>
        </p:txBody>
      </p:sp>
      <p:sp>
        <p:nvSpPr>
          <p:cNvPr id="72" name="Isosceles Triangle 71">
            <a:extLst>
              <a:ext uri="{FF2B5EF4-FFF2-40B4-BE49-F238E27FC236}">
                <a16:creationId xmlns:a16="http://schemas.microsoft.com/office/drawing/2014/main" id="{7209C9DA-6E0D-46D9-8275-C52222D8CC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QA"/>
          </a:p>
        </p:txBody>
      </p:sp>
      <p:sp>
        <p:nvSpPr>
          <p:cNvPr id="74" name="Isosceles Triangle 73">
            <a:extLst>
              <a:ext uri="{FF2B5EF4-FFF2-40B4-BE49-F238E27FC236}">
                <a16:creationId xmlns:a16="http://schemas.microsoft.com/office/drawing/2014/main" id="{3EB57A4D-E0D0-46DA-B339-F24CA46FA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QA"/>
          </a:p>
        </p:txBody>
      </p:sp>
      <p:graphicFrame>
        <p:nvGraphicFramePr>
          <p:cNvPr id="65" name="Content Placeholder 2">
            <a:extLst>
              <a:ext uri="{FF2B5EF4-FFF2-40B4-BE49-F238E27FC236}">
                <a16:creationId xmlns:a16="http://schemas.microsoft.com/office/drawing/2014/main" id="{BBD3A3F0-6ACD-AAD8-E915-FB1DDFAEE9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57050065"/>
              </p:ext>
            </p:extLst>
          </p:nvPr>
        </p:nvGraphicFramePr>
        <p:xfrm>
          <a:off x="1424516" y="156754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47526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17275C-447F-02D5-353A-5BE7A9F0E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5B71F80-1F92-4074-84D9-16A062B21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8ADEA1-6C89-DCF6-1C01-AEC20CD56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r>
              <a:rPr lang="en-US"/>
              <a:t>Programming Language and Framework: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7209C9DA-6E0D-46D9-8275-C52222D8CC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QA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3EB57A4D-E0D0-46DA-B339-F24CA46FA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QA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D286A62-BBDE-0699-F9FF-E0E5DD6A2A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105174"/>
              </p:ext>
            </p:extLst>
          </p:nvPr>
        </p:nvGraphicFramePr>
        <p:xfrm>
          <a:off x="729649" y="1345767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3854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9FEB6D-B0ED-E3E3-214B-5AD99F66F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45B71F80-1F92-4074-84D9-16A062B21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B41636-7FDD-D87F-36E1-BA2439A7E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r>
              <a:rPr lang="en-US"/>
              <a:t>Standards used:</a:t>
            </a:r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7209C9DA-6E0D-46D9-8275-C52222D8CC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QA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3EB57A4D-E0D0-46DA-B339-F24CA46FA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QA"/>
          </a:p>
        </p:txBody>
      </p:sp>
      <p:graphicFrame>
        <p:nvGraphicFramePr>
          <p:cNvPr id="26" name="Content Placeholder 2">
            <a:extLst>
              <a:ext uri="{FF2B5EF4-FFF2-40B4-BE49-F238E27FC236}">
                <a16:creationId xmlns:a16="http://schemas.microsoft.com/office/drawing/2014/main" id="{AF4A5CE4-65DB-3F22-8565-D60FA000A5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204560"/>
              </p:ext>
            </p:extLst>
          </p:nvPr>
        </p:nvGraphicFramePr>
        <p:xfrm>
          <a:off x="1392766" y="156754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19561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E8F1F8-1000-BE70-B22D-72558528A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5B71F80-1F92-4074-84D9-16A062B21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4B065E-C779-06F4-9BCB-A92D3F149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Challenges:</a:t>
            </a:r>
            <a:br>
              <a:rPr lang="en-US" dirty="0"/>
            </a:br>
            <a:r>
              <a:rPr lang="en-US"/>
              <a:t>1.ASR</a:t>
            </a:r>
            <a:r>
              <a:rPr lang="en-US" dirty="0"/>
              <a:t> splitting Large Numbers</a:t>
            </a:r>
            <a:endParaRPr lang="en-US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7209C9DA-6E0D-46D9-8275-C52222D8CC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QA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3EB57A4D-E0D0-46DA-B339-F24CA46FA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QA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E14EA55-718B-A0B5-1B82-BA83C0C8BB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0514256"/>
              </p:ext>
            </p:extLst>
          </p:nvPr>
        </p:nvGraphicFramePr>
        <p:xfrm>
          <a:off x="1286933" y="194854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953205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135334-F499-11F3-061D-74C687B0D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0" name="Rectangle 69">
            <a:extLst>
              <a:ext uri="{FF2B5EF4-FFF2-40B4-BE49-F238E27FC236}">
                <a16:creationId xmlns:a16="http://schemas.microsoft.com/office/drawing/2014/main" id="{45B71F80-1F92-4074-84D9-16A062B21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99E957-9577-4DF1-287E-99A3D833C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r>
              <a:rPr lang="en-US">
                <a:ea typeface="+mj-lt"/>
                <a:cs typeface="+mj-lt"/>
              </a:rPr>
              <a:t>2. Hard Level Wait Time Too Short</a:t>
            </a:r>
            <a:endParaRPr lang="en-US"/>
          </a:p>
        </p:txBody>
      </p:sp>
      <p:sp>
        <p:nvSpPr>
          <p:cNvPr id="71" name="Isosceles Triangle 70">
            <a:extLst>
              <a:ext uri="{FF2B5EF4-FFF2-40B4-BE49-F238E27FC236}">
                <a16:creationId xmlns:a16="http://schemas.microsoft.com/office/drawing/2014/main" id="{7209C9DA-6E0D-46D9-8275-C52222D8CC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QA"/>
          </a:p>
        </p:txBody>
      </p:sp>
      <p:sp>
        <p:nvSpPr>
          <p:cNvPr id="72" name="Isosceles Triangle 71">
            <a:extLst>
              <a:ext uri="{FF2B5EF4-FFF2-40B4-BE49-F238E27FC236}">
                <a16:creationId xmlns:a16="http://schemas.microsoft.com/office/drawing/2014/main" id="{3EB57A4D-E0D0-46DA-B339-F24CA46FA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QA"/>
          </a:p>
        </p:txBody>
      </p:sp>
      <p:graphicFrame>
        <p:nvGraphicFramePr>
          <p:cNvPr id="55" name="Content Placeholder 2">
            <a:extLst>
              <a:ext uri="{FF2B5EF4-FFF2-40B4-BE49-F238E27FC236}">
                <a16:creationId xmlns:a16="http://schemas.microsoft.com/office/drawing/2014/main" id="{7922A6EF-48D3-0851-0162-53A9694FB5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4135865"/>
              </p:ext>
            </p:extLst>
          </p:nvPr>
        </p:nvGraphicFramePr>
        <p:xfrm>
          <a:off x="1286933" y="194854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62781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D10D4E-BA62-23AD-6A76-9C8011637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2" name="Rectangle 71">
            <a:extLst>
              <a:ext uri="{FF2B5EF4-FFF2-40B4-BE49-F238E27FC236}">
                <a16:creationId xmlns:a16="http://schemas.microsoft.com/office/drawing/2014/main" id="{E80B86A7-A1EC-475B-9166-88902B033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653E8A-6888-D7F3-F23E-D93905A8B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2" y="609600"/>
            <a:ext cx="8596668" cy="1320800"/>
          </a:xfrm>
        </p:spPr>
        <p:txBody>
          <a:bodyPr>
            <a:normAutofit/>
          </a:bodyPr>
          <a:lstStyle/>
          <a:p>
            <a:r>
              <a:rPr lang="en-US" sz="3300">
                <a:ea typeface="+mj-lt"/>
                <a:cs typeface="+mj-lt"/>
              </a:rPr>
              <a:t>What parts of the course were most useful to you, and how did you use them?</a:t>
            </a:r>
            <a:endParaRPr lang="en-US" sz="3300"/>
          </a:p>
          <a:p>
            <a:endParaRPr lang="en-US" sz="3300"/>
          </a:p>
        </p:txBody>
      </p:sp>
      <p:sp>
        <p:nvSpPr>
          <p:cNvPr id="74" name="Isosceles Triangle 73">
            <a:extLst>
              <a:ext uri="{FF2B5EF4-FFF2-40B4-BE49-F238E27FC236}">
                <a16:creationId xmlns:a16="http://schemas.microsoft.com/office/drawing/2014/main" id="{C2C29CB1-9F74-4879-A6AF-AEA67B6F1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QA"/>
          </a:p>
        </p:txBody>
      </p:sp>
      <p:graphicFrame>
        <p:nvGraphicFramePr>
          <p:cNvPr id="79" name="Content Placeholder 2">
            <a:extLst>
              <a:ext uri="{FF2B5EF4-FFF2-40B4-BE49-F238E27FC236}">
                <a16:creationId xmlns:a16="http://schemas.microsoft.com/office/drawing/2014/main" id="{A5D439C4-8F20-A4A3-8B2E-713D676AAB8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333502" y="1927756"/>
          <a:ext cx="8596668" cy="41136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6" name="Isosceles Triangle 75">
            <a:extLst>
              <a:ext uri="{FF2B5EF4-FFF2-40B4-BE49-F238E27FC236}">
                <a16:creationId xmlns:a16="http://schemas.microsoft.com/office/drawing/2014/main" id="{7E2C7115-5336-410C-AD71-0F0952A2E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28068002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7095F3-4236-480B-AAD3-3EDD020CD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45B71F80-1F92-4074-84D9-16A062B21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Isosceles Triangle 38">
            <a:extLst>
              <a:ext uri="{FF2B5EF4-FFF2-40B4-BE49-F238E27FC236}">
                <a16:creationId xmlns:a16="http://schemas.microsoft.com/office/drawing/2014/main" id="{7209C9DA-6E0D-46D9-8275-C52222D8CC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QA"/>
          </a:p>
        </p:txBody>
      </p:sp>
      <p:sp>
        <p:nvSpPr>
          <p:cNvPr id="40" name="Isosceles Triangle 39">
            <a:extLst>
              <a:ext uri="{FF2B5EF4-FFF2-40B4-BE49-F238E27FC236}">
                <a16:creationId xmlns:a16="http://schemas.microsoft.com/office/drawing/2014/main" id="{3EB57A4D-E0D0-46DA-B339-F24CA46FA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QA"/>
          </a:p>
        </p:txBody>
      </p:sp>
      <p:graphicFrame>
        <p:nvGraphicFramePr>
          <p:cNvPr id="41" name="Content Placeholder 25">
            <a:extLst>
              <a:ext uri="{FF2B5EF4-FFF2-40B4-BE49-F238E27FC236}">
                <a16:creationId xmlns:a16="http://schemas.microsoft.com/office/drawing/2014/main" id="{7FAEB565-19C7-201B-7EB2-D730F4AC9C1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68917" y="805923"/>
          <a:ext cx="9348085" cy="55000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455919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5BCE27-EB15-BBEE-819A-ABC7959F7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6" name="Rectangle 55">
            <a:extLst>
              <a:ext uri="{FF2B5EF4-FFF2-40B4-BE49-F238E27FC236}">
                <a16:creationId xmlns:a16="http://schemas.microsoft.com/office/drawing/2014/main" id="{45B71F80-1F92-4074-84D9-16A062B21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D603C0-D452-435F-7F48-74D50AC6A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r>
              <a:rPr lang="en-US" dirty="0"/>
              <a:t>Was </a:t>
            </a:r>
            <a:r>
              <a:rPr lang="en-US" dirty="0" err="1"/>
              <a:t>statecharts</a:t>
            </a:r>
            <a:r>
              <a:rPr lang="en-US" dirty="0"/>
              <a:t> a suitable implementation ?</a:t>
            </a:r>
          </a:p>
        </p:txBody>
      </p:sp>
      <p:sp>
        <p:nvSpPr>
          <p:cNvPr id="57" name="Isosceles Triangle 56">
            <a:extLst>
              <a:ext uri="{FF2B5EF4-FFF2-40B4-BE49-F238E27FC236}">
                <a16:creationId xmlns:a16="http://schemas.microsoft.com/office/drawing/2014/main" id="{7209C9DA-6E0D-46D9-8275-C52222D8CC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QA"/>
          </a:p>
        </p:txBody>
      </p:sp>
      <p:sp>
        <p:nvSpPr>
          <p:cNvPr id="45" name="Isosceles Triangle 44">
            <a:extLst>
              <a:ext uri="{FF2B5EF4-FFF2-40B4-BE49-F238E27FC236}">
                <a16:creationId xmlns:a16="http://schemas.microsoft.com/office/drawing/2014/main" id="{3EB57A4D-E0D0-46DA-B339-F24CA46FA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QA"/>
          </a:p>
        </p:txBody>
      </p:sp>
      <p:graphicFrame>
        <p:nvGraphicFramePr>
          <p:cNvPr id="59" name="Content Placeholder 18">
            <a:extLst>
              <a:ext uri="{FF2B5EF4-FFF2-40B4-BE49-F238E27FC236}">
                <a16:creationId xmlns:a16="http://schemas.microsoft.com/office/drawing/2014/main" id="{2CFEA6F4-48A1-E54A-3872-E722BD3A09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4006107"/>
              </p:ext>
            </p:extLst>
          </p:nvPr>
        </p:nvGraphicFramePr>
        <p:xfrm>
          <a:off x="846667" y="1578506"/>
          <a:ext cx="9718500" cy="40818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495EFBF4-33C2-B920-000F-03F849FFD7F6}"/>
              </a:ext>
            </a:extLst>
          </p:cNvPr>
          <p:cNvSpPr txBox="1"/>
          <p:nvPr/>
        </p:nvSpPr>
        <p:spPr>
          <a:xfrm>
            <a:off x="5276908" y="5871107"/>
            <a:ext cx="646853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Note: </a:t>
            </a:r>
            <a:r>
              <a:rPr lang="en-US" dirty="0" err="1"/>
              <a:t>XState</a:t>
            </a:r>
            <a:r>
              <a:rPr lang="en-US" dirty="0"/>
              <a:t> v5 with </a:t>
            </a:r>
            <a:r>
              <a:rPr lang="en-US" dirty="0" err="1"/>
              <a:t>speechstate</a:t>
            </a:r>
            <a:r>
              <a:rPr lang="en-US" dirty="0"/>
              <a:t> was perfect choice for this project- dialogue systems are naturally modelled as </a:t>
            </a:r>
            <a:r>
              <a:rPr lang="en-US" dirty="0" err="1"/>
              <a:t>statecharts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7634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45B71F80-1F92-4074-84D9-16A062B21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E3A4A6-2990-CC95-A50C-7CE366AA4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r>
              <a:rPr lang="en-US"/>
              <a:t>Development process</a:t>
            </a:r>
          </a:p>
        </p:txBody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7209C9DA-6E0D-46D9-8275-C52222D8CC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QA"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3EB57A4D-E0D0-46DA-B339-F24CA46FA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QA"/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73C098E0-A1CF-AA34-E02E-69C169C976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3376515"/>
              </p:ext>
            </p:extLst>
          </p:nvPr>
        </p:nvGraphicFramePr>
        <p:xfrm>
          <a:off x="1286933" y="194854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685759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45B71F80-1F92-4074-84D9-16A062B21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CA56DD-3327-8391-67D0-052822E76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Are there any ethical concerns regarding your project?</a:t>
            </a:r>
          </a:p>
        </p:txBody>
      </p:sp>
      <p:sp>
        <p:nvSpPr>
          <p:cNvPr id="48" name="Isosceles Triangle 47">
            <a:extLst>
              <a:ext uri="{FF2B5EF4-FFF2-40B4-BE49-F238E27FC236}">
                <a16:creationId xmlns:a16="http://schemas.microsoft.com/office/drawing/2014/main" id="{7209C9DA-6E0D-46D9-8275-C52222D8CC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QA"/>
          </a:p>
        </p:txBody>
      </p:sp>
      <p:sp>
        <p:nvSpPr>
          <p:cNvPr id="50" name="Isosceles Triangle 49">
            <a:extLst>
              <a:ext uri="{FF2B5EF4-FFF2-40B4-BE49-F238E27FC236}">
                <a16:creationId xmlns:a16="http://schemas.microsoft.com/office/drawing/2014/main" id="{3EB57A4D-E0D0-46DA-B339-F24CA46FA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Q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14FFF1-8E26-C201-31EE-67AD614AF6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Privacy - Voice sent to Azure cloud -- user consent needed.</a:t>
            </a:r>
          </a:p>
          <a:p>
            <a:r>
              <a:rPr lang="en-US" dirty="0"/>
              <a:t>Microphone - feels intrusive -- explain why it is needed.</a:t>
            </a:r>
          </a:p>
          <a:p>
            <a:r>
              <a:rPr lang="en-US" dirty="0"/>
              <a:t>Accessibility - Not usable for speech </a:t>
            </a:r>
            <a:r>
              <a:rPr lang="en-US" dirty="0" err="1"/>
              <a:t>impared</a:t>
            </a:r>
            <a:r>
              <a:rPr lang="en-US" dirty="0"/>
              <a:t> users.</a:t>
            </a:r>
          </a:p>
          <a:p>
            <a:r>
              <a:rPr lang="en-US" dirty="0"/>
              <a:t>ASR Bias - Non-native accents may not be </a:t>
            </a:r>
            <a:r>
              <a:rPr lang="en-US" dirty="0" err="1"/>
              <a:t>recognised</a:t>
            </a:r>
            <a:r>
              <a:rPr lang="en-US" dirty="0"/>
              <a:t> well.</a:t>
            </a:r>
          </a:p>
          <a:p>
            <a:r>
              <a:rPr lang="en-US" dirty="0"/>
              <a:t>Age - Children unaware voice is sent to cloud.</a:t>
            </a:r>
          </a:p>
          <a:p>
            <a:r>
              <a:rPr lang="en-US" dirty="0"/>
              <a:t>Security - Azure key must never be shared publicly.</a:t>
            </a:r>
          </a:p>
          <a:p>
            <a:r>
              <a:rPr lang="en-US" dirty="0"/>
              <a:t>Cloud - Game stops if Azure goes down.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833DD8-6F19-CDA5-21DC-475CFDE1C963}"/>
              </a:ext>
            </a:extLst>
          </p:cNvPr>
          <p:cNvSpPr txBox="1"/>
          <p:nvPr/>
        </p:nvSpPr>
        <p:spPr>
          <a:xfrm>
            <a:off x="4583277" y="5323247"/>
            <a:ext cx="859578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Main concern: voice data privacy and </a:t>
            </a:r>
            <a:r>
              <a:rPr lang="en-US" dirty="0" err="1"/>
              <a:t>accessbiity</a:t>
            </a:r>
            <a:r>
              <a:rPr lang="en-US" dirty="0"/>
              <a:t> for all users.</a:t>
            </a:r>
          </a:p>
        </p:txBody>
      </p:sp>
    </p:spTree>
    <p:extLst>
      <p:ext uri="{BB962C8B-B14F-4D97-AF65-F5344CB8AC3E}">
        <p14:creationId xmlns:p14="http://schemas.microsoft.com/office/powerpoint/2010/main" val="17528506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45B71F80-1F92-4074-84D9-16A062B21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16CC73-665D-8934-FCB3-CB5B212DA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r>
              <a:rPr lang="en-US"/>
              <a:t>Future work</a:t>
            </a:r>
          </a:p>
        </p:txBody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7209C9DA-6E0D-46D9-8275-C52222D8CC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QA"/>
          </a:p>
        </p:txBody>
      </p:sp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3EB57A4D-E0D0-46DA-B339-F24CA46FA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QA"/>
          </a:p>
        </p:txBody>
      </p:sp>
      <p:graphicFrame>
        <p:nvGraphicFramePr>
          <p:cNvPr id="31" name="Content Placeholder 2">
            <a:extLst>
              <a:ext uri="{FF2B5EF4-FFF2-40B4-BE49-F238E27FC236}">
                <a16:creationId xmlns:a16="http://schemas.microsoft.com/office/drawing/2014/main" id="{9AF2209B-B0B9-70BB-417F-5642ECF13B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0068687"/>
              </p:ext>
            </p:extLst>
          </p:nvPr>
        </p:nvGraphicFramePr>
        <p:xfrm>
          <a:off x="1286933" y="194854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229509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45B71F80-1F92-4074-84D9-16A062B21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7209C9DA-6E0D-46D9-8275-C52222D8CC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QA"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3EB57A4D-E0D0-46DA-B339-F24CA46FA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QA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42B6E42-F792-DB65-BC21-E919B677E5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9435277"/>
              </p:ext>
            </p:extLst>
          </p:nvPr>
        </p:nvGraphicFramePr>
        <p:xfrm>
          <a:off x="1085850" y="646793"/>
          <a:ext cx="10179049" cy="51200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725015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80B86A7-A1EC-475B-9166-88902B033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C2C29CB1-9F74-4879-A6AF-AEA67B6F1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Q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4F3AA2-A961-3646-8318-B72797EF19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2" y="2160589"/>
            <a:ext cx="8596668" cy="388077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8000" dirty="0">
                <a:latin typeface="Algerian"/>
              </a:rPr>
              <a:t>				THANK YOU…</a:t>
            </a:r>
            <a:endParaRPr lang="en-US" dirty="0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7E2C7115-5336-410C-AD71-0F0952A2E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426271558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</TotalTime>
  <Words>1135</Words>
  <Application>Microsoft Macintosh PowerPoint</Application>
  <PresentationFormat>Widescreen</PresentationFormat>
  <Paragraphs>109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Algerian</vt:lpstr>
      <vt:lpstr>Arial</vt:lpstr>
      <vt:lpstr>Trebuchet MS</vt:lpstr>
      <vt:lpstr>Wingdings 3</vt:lpstr>
      <vt:lpstr>Facet</vt:lpstr>
      <vt:lpstr>NUMBER GUESSING GAME</vt:lpstr>
      <vt:lpstr>The game - What does it do?</vt:lpstr>
      <vt:lpstr>Technicalities: what platform, which standards etc were used? </vt:lpstr>
      <vt:lpstr>Programming Language and Framework:</vt:lpstr>
      <vt:lpstr>Standards used:</vt:lpstr>
      <vt:lpstr>Challenges: 1.ASR splitting Large Numbers</vt:lpstr>
      <vt:lpstr>2. Hard Level Wait Time Too Short</vt:lpstr>
      <vt:lpstr>What parts of the course were most useful to you, and how did you use them? </vt:lpstr>
      <vt:lpstr>PowerPoint Presentation</vt:lpstr>
      <vt:lpstr>Was statecharts a suitable implementation ?</vt:lpstr>
      <vt:lpstr>Development process</vt:lpstr>
      <vt:lpstr>Are there any ethical concerns regarding your project?</vt:lpstr>
      <vt:lpstr>Future work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Sana Sulthana</cp:lastModifiedBy>
  <cp:revision>866</cp:revision>
  <dcterms:created xsi:type="dcterms:W3CDTF">2026-03-21T10:38:49Z</dcterms:created>
  <dcterms:modified xsi:type="dcterms:W3CDTF">2026-03-23T21:20:15Z</dcterms:modified>
</cp:coreProperties>
</file>